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46"/>
    <p:restoredTop sz="94910"/>
  </p:normalViewPr>
  <p:slideViewPr>
    <p:cSldViewPr snapToGrid="0" snapToObjects="1">
      <p:cViewPr varScale="1">
        <p:scale>
          <a:sx n="147" d="100"/>
          <a:sy n="147" d="100"/>
        </p:scale>
        <p:origin x="13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507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大家好！我是计算机科学与技术专业的林柏伟，今天带来的毕业设计答辩题目是</a:t>
            </a:r>
            <a:r>
              <a:rPr lang="en-US" altLang="zh-CN" b="0" i="0" dirty="0">
                <a:effectLst/>
                <a:latin typeface="Inter"/>
              </a:rPr>
              <a:t>《</a:t>
            </a:r>
            <a:r>
              <a:rPr lang="zh-CN" altLang="en-US" b="0" i="0" dirty="0">
                <a:effectLst/>
                <a:latin typeface="Inter"/>
              </a:rPr>
              <a:t>基于大模型的中小学生智能编程学习平台设计与实现</a:t>
            </a:r>
            <a:r>
              <a:rPr lang="en-US" altLang="zh-CN" b="0" i="0" dirty="0">
                <a:effectLst/>
                <a:latin typeface="Inter"/>
              </a:rPr>
              <a:t>》</a:t>
            </a:r>
            <a:r>
              <a:rPr lang="zh-CN" altLang="en-US" b="0" i="0" dirty="0">
                <a:effectLst/>
                <a:latin typeface="Inter"/>
              </a:rPr>
              <a:t>，指导教师是匡振中老师。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接下来，我将从研究背景、国内外研究空白、研究内容、平台设计、创新点、进度与成果六个方面展开汇报。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首先是研究背景与核心痛点。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当前，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AI+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教育已上升为国家战略，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2024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年政府工作报告首次写入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AI+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教育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，将数字素养纳入基础教育核心目标。政策驱动下，我国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AI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产业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2023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年规模达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2137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亿元，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端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AI+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教育市场也突破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213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亿元，预计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2027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年复合年增长率超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20%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，编程教育的智能化升级已是必然趋势。</a:t>
            </a:r>
            <a:br>
              <a:rPr lang="zh-CN" altLang="en-US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</a:br>
            <a:endParaRPr lang="en-US" altLang="zh-CN" sz="1800" kern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但现实教学中，编程教育仍面临四大突出痛点：一是个性化指导缺失，传统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一刀切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模式无法适配学生差异，图形化到文本编程的过渡阶段流失率居高不下；二是师资供需失衡，优质编程教师分布不均，基层学校和课后场景难以提供及时指导；三是认知负荷过高，实证研究显示传统学习中中学生认知负荷均值达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4.39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，复杂逻辑让学生易产生挫败感；四是教学深度不足，现有平台多停留在浅层辅助，缺乏对学生学习状态的精准评估和深度教学设计。</a:t>
            </a:r>
            <a:endParaRPr lang="en-US" altLang="zh-CN" sz="1800" kern="0" dirty="0">
              <a:solidFill>
                <a:srgbClr val="33333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800" kern="0" dirty="0">
              <a:solidFill>
                <a:srgbClr val="333333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而大模型的实时交互、智能诊断能力恰好能破解这些难题，已有实验证明，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LLM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融入编程教学可将认知负荷降至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3.96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，计算思维得分提升约</a:t>
            </a:r>
            <a:r>
              <a:rPr lang="en-US" altLang="zh-CN" sz="1800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800" kern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分，这正是本研究的核心依据。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800"/>
              </a:lnSpc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在国际研究方面，虽已实现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LLM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与编程教育的初步融合，聚焦协作编程、多模态交互等方向，但仍存在三大缺口：一是纵向研究不足，缺乏对学生技能转移和依赖风险的长期追踪，现有实证数据多集中于短期效果；二是教学融合深度不够，未形成适配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K-12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阶段的认知建模体系，难以实现精准化教学干预；三是未将逆向工程教学法与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LLM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深度结合，导致学生入门困难。</a:t>
            </a:r>
            <a:endParaRPr lang="en-US" altLang="zh-CN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lnSpc>
                <a:spcPts val="1800"/>
              </a:lnSpc>
            </a:pPr>
            <a:endParaRPr lang="zh-CN" altLang="en-US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在国内研究方面，尽管政策推动力度大、市场增长迅速，但同样存在明显短板：一是功能融合浅层化，现有平台如编程猫等虽集成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LLM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，但多停留在代码生成、简单答疑层面，无法有效培养学生的代码理解与创新能力；二是个性化体系不完善，缺乏覆盖全学段的认知模板和三级交互网络（学生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-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知识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-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环境），难以适配不同学段、不同基础学生的学习需求；三是伦理与技术平衡不足，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Inter"/>
              </a:rPr>
              <a:t>LLM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训练数据中的偏见可能放大教育不平等，且学生数据隐私保护机制有待加强，同时缺乏针对教育垂直领域的私有知识库，导致 “幻觉” 问题影响教学准确性。这些研究空白，正是本项目要重点填补的核心方向。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第一，大模型与逆向工程应用调研，分析 </a:t>
            </a:r>
            <a:r>
              <a:rPr lang="en-US" altLang="zh-CN" b="0" i="0" dirty="0">
                <a:effectLst/>
                <a:latin typeface="Inter"/>
              </a:rPr>
              <a:t>GPT</a:t>
            </a:r>
            <a:r>
              <a:rPr lang="zh-CN" altLang="en-US" b="0" i="0" dirty="0">
                <a:effectLst/>
                <a:latin typeface="Inter"/>
              </a:rPr>
              <a:t>、通义千问等主流模型在编程教育中的优势，重点考察逆向工程教学中的人机协作模式；第二，平台系统设计与实现，构建集课程管理、在线编程、自动评分于一体的全流程平台，涵盖用户端与服务器端核心模块；第三，</a:t>
            </a:r>
            <a:r>
              <a:rPr lang="en-US" altLang="zh-CN" b="0" i="0" dirty="0">
                <a:effectLst/>
                <a:latin typeface="Inter"/>
              </a:rPr>
              <a:t>LLM </a:t>
            </a:r>
            <a:r>
              <a:rPr lang="zh-CN" altLang="en-US" b="0" i="0" dirty="0">
                <a:effectLst/>
                <a:latin typeface="Inter"/>
              </a:rPr>
              <a:t>功能优化与融合，实现错误解析、思路引导、个性化反馈，引入 </a:t>
            </a:r>
            <a:r>
              <a:rPr lang="en-US" altLang="zh-CN" b="0" i="0" dirty="0">
                <a:effectLst/>
                <a:latin typeface="Inter"/>
              </a:rPr>
              <a:t>RAG </a:t>
            </a:r>
            <a:r>
              <a:rPr lang="zh-CN" altLang="en-US" b="0" i="0" dirty="0">
                <a:effectLst/>
                <a:latin typeface="Inter"/>
              </a:rPr>
              <a:t>技术搭建私有知识库；第四，多场景实验验证，针对大规模在线学习、课后答疑等五类典型场景，采集数据验证平台有效性。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平台设计与核心功能方面，我们聚焦三大核心模块：一是逆向工程模块，引导学生从拆解 </a:t>
            </a:r>
            <a:r>
              <a:rPr lang="en-US" altLang="zh-CN" b="0" i="0" dirty="0">
                <a:effectLst/>
                <a:latin typeface="Inter"/>
              </a:rPr>
              <a:t>Python </a:t>
            </a:r>
            <a:r>
              <a:rPr lang="zh-CN" altLang="en-US" b="0" i="0" dirty="0">
                <a:effectLst/>
                <a:latin typeface="Inter"/>
              </a:rPr>
              <a:t>小游戏入手，通过 “模块拆解 </a:t>
            </a:r>
            <a:r>
              <a:rPr lang="en-US" altLang="zh-CN" b="0" i="0" dirty="0">
                <a:effectLst/>
                <a:latin typeface="Inter"/>
              </a:rPr>
              <a:t>- </a:t>
            </a:r>
            <a:r>
              <a:rPr lang="zh-CN" altLang="en-US" b="0" i="0" dirty="0">
                <a:effectLst/>
                <a:latin typeface="Inter"/>
              </a:rPr>
              <a:t>代码理解 </a:t>
            </a:r>
            <a:r>
              <a:rPr lang="en-US" altLang="zh-CN" b="0" i="0" dirty="0">
                <a:effectLst/>
                <a:latin typeface="Inter"/>
              </a:rPr>
              <a:t>- </a:t>
            </a:r>
            <a:r>
              <a:rPr lang="zh-CN" altLang="en-US" b="0" i="0" dirty="0">
                <a:effectLst/>
                <a:latin typeface="Inter"/>
              </a:rPr>
              <a:t>功能修改 </a:t>
            </a:r>
            <a:r>
              <a:rPr lang="en-US" altLang="zh-CN" b="0" i="0" dirty="0">
                <a:effectLst/>
                <a:latin typeface="Inter"/>
              </a:rPr>
              <a:t>- </a:t>
            </a:r>
            <a:r>
              <a:rPr lang="zh-CN" altLang="en-US" b="0" i="0" dirty="0">
                <a:effectLst/>
                <a:latin typeface="Inter"/>
              </a:rPr>
              <a:t>重构创新” 的流程，契合中小学生从宏观到微观的认知规律，相关实验显示该模式下学生功能修改创新行为占比达 </a:t>
            </a:r>
            <a:r>
              <a:rPr lang="en-US" altLang="zh-CN" b="0" i="0" dirty="0">
                <a:effectLst/>
                <a:latin typeface="Inter"/>
              </a:rPr>
              <a:t>29.11%</a:t>
            </a:r>
            <a:r>
              <a:rPr lang="zh-CN" altLang="en-US" b="0" i="0" dirty="0">
                <a:effectLst/>
                <a:latin typeface="Inter"/>
              </a:rPr>
              <a:t>；二是智能编程助手，支持代码解释、报错诊断、算法设计等七大核心功能，优化后的 </a:t>
            </a:r>
            <a:r>
              <a:rPr lang="en-US" altLang="zh-CN" b="0" i="0" dirty="0">
                <a:effectLst/>
                <a:latin typeface="Inter"/>
              </a:rPr>
              <a:t>Prompt </a:t>
            </a:r>
            <a:r>
              <a:rPr lang="zh-CN" altLang="en-US" b="0" i="0" dirty="0">
                <a:effectLst/>
                <a:latin typeface="Inter"/>
              </a:rPr>
              <a:t>符合中小学生阅读习惯，避免专业术语堆砌；三是个性化推荐模块，基于覆盖 </a:t>
            </a:r>
            <a:r>
              <a:rPr lang="en-US" altLang="zh-CN" b="0" i="0" dirty="0">
                <a:effectLst/>
                <a:latin typeface="Inter"/>
              </a:rPr>
              <a:t>12 </a:t>
            </a:r>
            <a:r>
              <a:rPr lang="zh-CN" altLang="en-US" b="0" i="0" dirty="0">
                <a:effectLst/>
                <a:latin typeface="Inter"/>
              </a:rPr>
              <a:t>个维度的认知模板和三级交互网络（学生 </a:t>
            </a:r>
            <a:r>
              <a:rPr lang="en-US" altLang="zh-CN" b="0" i="0" dirty="0">
                <a:effectLst/>
                <a:latin typeface="Inter"/>
              </a:rPr>
              <a:t>- </a:t>
            </a:r>
            <a:r>
              <a:rPr lang="zh-CN" altLang="en-US" b="0" i="0" dirty="0">
                <a:effectLst/>
                <a:latin typeface="Inter"/>
              </a:rPr>
              <a:t>知识 </a:t>
            </a:r>
            <a:r>
              <a:rPr lang="en-US" altLang="zh-CN" b="0" i="0" dirty="0">
                <a:effectLst/>
                <a:latin typeface="Inter"/>
              </a:rPr>
              <a:t>- </a:t>
            </a:r>
            <a:r>
              <a:rPr lang="zh-CN" altLang="en-US" b="0" i="0" dirty="0">
                <a:effectLst/>
                <a:latin typeface="Inter"/>
              </a:rPr>
              <a:t>环境），实现精准资源推送与教学干预。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技术架构上，前端采用 </a:t>
            </a:r>
            <a:r>
              <a:rPr lang="en-US" altLang="zh-CN" b="0" i="0" dirty="0" err="1">
                <a:effectLst/>
                <a:latin typeface="Inter"/>
              </a:rPr>
              <a:t>NuxtJS+Tailwind</a:t>
            </a:r>
            <a:r>
              <a:rPr lang="en-US" altLang="zh-CN" b="0" i="0" dirty="0">
                <a:effectLst/>
                <a:latin typeface="Inter"/>
              </a:rPr>
              <a:t> CSS </a:t>
            </a:r>
            <a:r>
              <a:rPr lang="zh-CN" altLang="en-US" b="0" i="0" dirty="0">
                <a:effectLst/>
                <a:latin typeface="Inter"/>
              </a:rPr>
              <a:t>框架，保证响应式界面与高效部署；后端使用 </a:t>
            </a:r>
            <a:r>
              <a:rPr lang="en-US" altLang="zh-CN" b="0" i="0" dirty="0" err="1">
                <a:effectLst/>
                <a:latin typeface="Inter"/>
              </a:rPr>
              <a:t>FastAPI+SQLAlchemy</a:t>
            </a:r>
            <a:r>
              <a:rPr lang="zh-CN" altLang="en-US" b="0" i="0" dirty="0">
                <a:effectLst/>
                <a:latin typeface="Inter"/>
              </a:rPr>
              <a:t>，搭配 </a:t>
            </a:r>
            <a:r>
              <a:rPr lang="en-US" altLang="zh-CN" b="0" i="0" dirty="0">
                <a:effectLst/>
                <a:latin typeface="Inter"/>
              </a:rPr>
              <a:t>SQL Server </a:t>
            </a:r>
            <a:r>
              <a:rPr lang="zh-CN" altLang="en-US" b="0" i="0" dirty="0">
                <a:effectLst/>
                <a:latin typeface="Inter"/>
              </a:rPr>
              <a:t>数据库确保数据安全；服务器部署于阿里云 </a:t>
            </a:r>
            <a:r>
              <a:rPr lang="en-US" altLang="zh-CN" b="0" i="0" dirty="0">
                <a:effectLst/>
                <a:latin typeface="Inter"/>
              </a:rPr>
              <a:t>ECS</a:t>
            </a:r>
            <a:r>
              <a:rPr lang="zh-CN" altLang="en-US" b="0" i="0" dirty="0">
                <a:effectLst/>
                <a:latin typeface="Inter"/>
              </a:rPr>
              <a:t>，通过负载均衡应对高并发。</a:t>
            </a:r>
            <a:r>
              <a:rPr lang="en-US" altLang="zh-CN" b="0" i="0" dirty="0">
                <a:effectLst/>
                <a:latin typeface="Inter"/>
              </a:rPr>
              <a:t>LLM </a:t>
            </a:r>
            <a:r>
              <a:rPr lang="zh-CN" altLang="en-US" b="0" i="0" dirty="0">
                <a:effectLst/>
                <a:latin typeface="Inter"/>
              </a:rPr>
              <a:t>方面，初期接入通义千问，后期将自部署模型并集成 </a:t>
            </a:r>
            <a:r>
              <a:rPr lang="en-US" altLang="zh-CN" b="0" i="0" dirty="0">
                <a:effectLst/>
                <a:latin typeface="Inter"/>
              </a:rPr>
              <a:t>RAG </a:t>
            </a:r>
            <a:r>
              <a:rPr lang="zh-CN" altLang="en-US" b="0" i="0" dirty="0">
                <a:effectLst/>
                <a:latin typeface="Inter"/>
              </a:rPr>
              <a:t>技术，搭建私有知识库，既解决垂直领域数据不足问题，又保障学生隐私安全。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本项目的核心创新点有四点：一是教学融合创新，将逆向工程教学法与 </a:t>
            </a:r>
            <a:r>
              <a:rPr lang="en-US" altLang="zh-CN" b="0" i="0" dirty="0">
                <a:effectLst/>
                <a:latin typeface="Inter"/>
              </a:rPr>
              <a:t>LLM </a:t>
            </a:r>
            <a:r>
              <a:rPr lang="zh-CN" altLang="en-US" b="0" i="0" dirty="0">
                <a:effectLst/>
                <a:latin typeface="Inter"/>
              </a:rPr>
              <a:t>深度融合，突破现有平台浅层辅助的局限，提升学生代码理解力与创造力；二是认知建模创新，构建覆盖 </a:t>
            </a:r>
            <a:r>
              <a:rPr lang="en-US" altLang="zh-CN" b="0" i="0" dirty="0">
                <a:effectLst/>
                <a:latin typeface="Inter"/>
              </a:rPr>
              <a:t>12 </a:t>
            </a:r>
            <a:r>
              <a:rPr lang="zh-CN" altLang="en-US" b="0" i="0" dirty="0">
                <a:effectLst/>
                <a:latin typeface="Inter"/>
              </a:rPr>
              <a:t>维度的增量更新认知模板，结合三级交互网络，实现精准教学干预，目前已采集 </a:t>
            </a:r>
            <a:r>
              <a:rPr lang="en-US" altLang="zh-CN" b="0" i="0" dirty="0">
                <a:effectLst/>
                <a:latin typeface="Inter"/>
              </a:rPr>
              <a:t>12183 </a:t>
            </a:r>
            <a:r>
              <a:rPr lang="zh-CN" altLang="en-US" b="0" i="0" dirty="0">
                <a:effectLst/>
                <a:latin typeface="Inter"/>
              </a:rPr>
              <a:t>条全学段学生数据；三是技术实现创新，采用 “自部署 </a:t>
            </a:r>
            <a:r>
              <a:rPr lang="en-US" altLang="zh-CN" b="0" i="0" dirty="0">
                <a:effectLst/>
                <a:latin typeface="Inter"/>
              </a:rPr>
              <a:t>LLM+RAG” </a:t>
            </a:r>
            <a:r>
              <a:rPr lang="zh-CN" altLang="en-US" b="0" i="0" dirty="0">
                <a:effectLst/>
                <a:latin typeface="Inter"/>
              </a:rPr>
              <a:t>架构，兼顾隐私性与回答精准度，解决教育垂直领域 “幻觉” 问题；四是场景验证创新，覆盖多类真实教学场景，计划采集 </a:t>
            </a:r>
            <a:r>
              <a:rPr lang="en-US" altLang="zh-CN" b="0" i="0" dirty="0">
                <a:effectLst/>
                <a:latin typeface="Inter"/>
              </a:rPr>
              <a:t>1 </a:t>
            </a:r>
            <a:r>
              <a:rPr lang="zh-CN" altLang="en-US" b="0" i="0" dirty="0">
                <a:effectLst/>
                <a:latin typeface="Inter"/>
              </a:rPr>
              <a:t>万 </a:t>
            </a:r>
            <a:r>
              <a:rPr lang="en-US" altLang="zh-CN" b="0" i="0" dirty="0">
                <a:effectLst/>
                <a:latin typeface="Inter"/>
              </a:rPr>
              <a:t>+ </a:t>
            </a:r>
            <a:r>
              <a:rPr lang="zh-CN" altLang="en-US" b="0" i="0" dirty="0">
                <a:effectLst/>
                <a:latin typeface="Inter"/>
              </a:rPr>
              <a:t>数据验证效果，弥补现有研究样本量不足、场景单一的局限。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Inter"/>
              </a:rPr>
              <a:t>研究进度已按计划稳步推进：</a:t>
            </a:r>
            <a:r>
              <a:rPr lang="en-US" altLang="zh-CN" b="0" i="0" dirty="0">
                <a:effectLst/>
                <a:latin typeface="Inter"/>
              </a:rPr>
              <a:t>2025 </a:t>
            </a:r>
            <a:r>
              <a:rPr lang="zh-CN" altLang="en-US" b="0" i="0" dirty="0">
                <a:effectLst/>
                <a:latin typeface="Inter"/>
              </a:rPr>
              <a:t>年 </a:t>
            </a:r>
            <a:r>
              <a:rPr lang="en-US" altLang="zh-CN" b="0" i="0" dirty="0">
                <a:effectLst/>
                <a:latin typeface="Inter"/>
              </a:rPr>
              <a:t>7-12 </a:t>
            </a:r>
            <a:r>
              <a:rPr lang="zh-CN" altLang="en-US" b="0" i="0" dirty="0">
                <a:effectLst/>
                <a:latin typeface="Inter"/>
              </a:rPr>
              <a:t>月完成选题与资料准备，</a:t>
            </a:r>
            <a:r>
              <a:rPr lang="en-US" altLang="zh-CN" b="0" i="0" dirty="0">
                <a:effectLst/>
                <a:latin typeface="Inter"/>
              </a:rPr>
              <a:t>2026 </a:t>
            </a:r>
            <a:r>
              <a:rPr lang="zh-CN" altLang="en-US" b="0" i="0" dirty="0">
                <a:effectLst/>
                <a:latin typeface="Inter"/>
              </a:rPr>
              <a:t>年 </a:t>
            </a:r>
            <a:r>
              <a:rPr lang="en-US" altLang="zh-CN" b="0" i="0" dirty="0">
                <a:effectLst/>
                <a:latin typeface="Inter"/>
              </a:rPr>
              <a:t>1-3 </a:t>
            </a:r>
            <a:r>
              <a:rPr lang="zh-CN" altLang="en-US" b="0" i="0" dirty="0">
                <a:effectLst/>
                <a:latin typeface="Inter"/>
              </a:rPr>
              <a:t>月完成调研与开题，目前正处于平台搭建与 </a:t>
            </a:r>
            <a:r>
              <a:rPr lang="en-US" altLang="zh-CN" b="0" i="0" dirty="0">
                <a:effectLst/>
                <a:latin typeface="Inter"/>
              </a:rPr>
              <a:t>LLM </a:t>
            </a:r>
            <a:r>
              <a:rPr lang="zh-CN" altLang="en-US" b="0" i="0" dirty="0">
                <a:effectLst/>
                <a:latin typeface="Inter"/>
              </a:rPr>
              <a:t>融合阶段，后续将在 </a:t>
            </a:r>
            <a:r>
              <a:rPr lang="en-US" altLang="zh-CN" b="0" i="0" dirty="0">
                <a:effectLst/>
                <a:latin typeface="Inter"/>
              </a:rPr>
              <a:t>4 </a:t>
            </a:r>
            <a:r>
              <a:rPr lang="zh-CN" altLang="en-US" b="0" i="0" dirty="0">
                <a:effectLst/>
                <a:latin typeface="Inter"/>
              </a:rPr>
              <a:t>月完成系统封装，</a:t>
            </a:r>
            <a:r>
              <a:rPr lang="en-US" altLang="zh-CN" b="0" i="0" dirty="0">
                <a:effectLst/>
                <a:latin typeface="Inter"/>
              </a:rPr>
              <a:t>5 </a:t>
            </a:r>
            <a:r>
              <a:rPr lang="zh-CN" altLang="en-US" b="0" i="0" dirty="0">
                <a:effectLst/>
                <a:latin typeface="Inter"/>
              </a:rPr>
              <a:t>月开展用户测试与论文撰写，</a:t>
            </a:r>
            <a:r>
              <a:rPr lang="en-US" altLang="zh-CN" b="0" i="0" dirty="0">
                <a:effectLst/>
                <a:latin typeface="Inter"/>
              </a:rPr>
              <a:t>6 </a:t>
            </a:r>
            <a:r>
              <a:rPr lang="zh-CN" altLang="en-US" b="0" i="0" dirty="0">
                <a:effectLst/>
                <a:latin typeface="Inter"/>
              </a:rPr>
              <a:t>月完成答辩准备。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9-d2v6sgdnfo2stf9dkcng.jpg"/>
          <p:cNvPicPr>
            <a:picLocks noChangeAspect="1"/>
          </p:cNvPicPr>
          <p:nvPr/>
        </p:nvPicPr>
        <p:blipFill>
          <a:blip r:embed="rId4"/>
          <a:srcRect t="81" b="81"/>
          <a:stretch/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8:45-d2v6sfdnfo2stf9dkc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3410" y="5242560"/>
            <a:ext cx="2386330" cy="62928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3:48:45-d2v6sfdnfo2stf9dkcj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55" y="5242560"/>
            <a:ext cx="2269490" cy="62928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94665" y="1306195"/>
            <a:ext cx="7359015" cy="21177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大模型赋能的中小学生智能编程平台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694055" y="5353685"/>
            <a:ext cx="226949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 err="1">
                <a:solidFill>
                  <a:srgbClr val="1E7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汇报人:林柏伟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3152775" y="5353685"/>
            <a:ext cx="238633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E7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时间:2025/</a:t>
            </a:r>
            <a:r>
              <a:rPr lang="en-US" altLang="zh-CN" sz="2000" dirty="0">
                <a:solidFill>
                  <a:srgbClr val="1E7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</a:t>
            </a:r>
            <a:r>
              <a:rPr lang="en-US" sz="2000" dirty="0">
                <a:solidFill>
                  <a:srgbClr val="1E7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/0</a:t>
            </a:r>
            <a:r>
              <a:rPr lang="en-US" altLang="zh-CN" sz="2000" dirty="0">
                <a:solidFill>
                  <a:srgbClr val="1E7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5422900" y="591820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4"/>
          <p:cNvSpPr/>
          <p:nvPr/>
        </p:nvSpPr>
        <p:spPr>
          <a:xfrm>
            <a:off x="5422900" y="591820"/>
            <a:ext cx="919480" cy="619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743585" y="3798570"/>
            <a:ext cx="951230" cy="601980"/>
          </a:xfrm>
          <a:custGeom>
            <a:avLst/>
            <a:gdLst/>
            <a:ahLst/>
            <a:cxnLst/>
            <a:rect l="l" t="t" r="r" b="b"/>
            <a:pathLst>
              <a:path w="951230" h="601980">
                <a:moveTo>
                  <a:pt x="42349" y="21462"/>
                </a:moveTo>
                <a:cubicBezTo>
                  <a:pt x="42349" y="33362"/>
                  <a:pt x="32687" y="43009"/>
                  <a:pt x="20768" y="43009"/>
                </a:cubicBezTo>
                <a:cubicBezTo>
                  <a:pt x="8849" y="43009"/>
                  <a:pt x="-813" y="33362"/>
                  <a:pt x="-813" y="21462"/>
                </a:cubicBezTo>
                <a:cubicBezTo>
                  <a:pt x="-813" y="9563"/>
                  <a:pt x="8849" y="-84"/>
                  <a:pt x="20768" y="-84"/>
                </a:cubicBezTo>
                <a:cubicBezTo>
                  <a:pt x="32682" y="-90"/>
                  <a:pt x="42343" y="9548"/>
                  <a:pt x="42349" y="21442"/>
                </a:cubicBezTo>
                <a:cubicBezTo>
                  <a:pt x="42349" y="21449"/>
                  <a:pt x="42349" y="21456"/>
                  <a:pt x="42349" y="21462"/>
                </a:cubicBezTo>
                <a:close/>
                <a:moveTo>
                  <a:pt x="224135" y="21462"/>
                </a:moveTo>
                <a:cubicBezTo>
                  <a:pt x="224135" y="33362"/>
                  <a:pt x="214473" y="43009"/>
                  <a:pt x="202554" y="43009"/>
                </a:cubicBezTo>
                <a:cubicBezTo>
                  <a:pt x="190636" y="43009"/>
                  <a:pt x="180974" y="33362"/>
                  <a:pt x="180974" y="21462"/>
                </a:cubicBezTo>
                <a:cubicBezTo>
                  <a:pt x="180974" y="9563"/>
                  <a:pt x="190636" y="-84"/>
                  <a:pt x="202554" y="-84"/>
                </a:cubicBezTo>
                <a:cubicBezTo>
                  <a:pt x="214467" y="-70"/>
                  <a:pt x="224122" y="9568"/>
                  <a:pt x="224135" y="21462"/>
                </a:cubicBezTo>
                <a:close/>
                <a:moveTo>
                  <a:pt x="405872" y="21462"/>
                </a:moveTo>
                <a:cubicBezTo>
                  <a:pt x="405872" y="33362"/>
                  <a:pt x="396209" y="43009"/>
                  <a:pt x="384291" y="43009"/>
                </a:cubicBezTo>
                <a:cubicBezTo>
                  <a:pt x="372372" y="43009"/>
                  <a:pt x="362710" y="33362"/>
                  <a:pt x="362710" y="21462"/>
                </a:cubicBezTo>
                <a:cubicBezTo>
                  <a:pt x="362710" y="9563"/>
                  <a:pt x="372372" y="-84"/>
                  <a:pt x="384291" y="-84"/>
                </a:cubicBezTo>
                <a:cubicBezTo>
                  <a:pt x="396204" y="-90"/>
                  <a:pt x="405865" y="9548"/>
                  <a:pt x="405872" y="21442"/>
                </a:cubicBezTo>
                <a:cubicBezTo>
                  <a:pt x="405872" y="21449"/>
                  <a:pt x="405872" y="21456"/>
                  <a:pt x="405872" y="21462"/>
                </a:cubicBezTo>
                <a:close/>
                <a:moveTo>
                  <a:pt x="587658" y="21462"/>
                </a:moveTo>
                <a:cubicBezTo>
                  <a:pt x="587658" y="33362"/>
                  <a:pt x="577996" y="43009"/>
                  <a:pt x="566077" y="43009"/>
                </a:cubicBezTo>
                <a:cubicBezTo>
                  <a:pt x="554158" y="43009"/>
                  <a:pt x="544496" y="33362"/>
                  <a:pt x="544496" y="21462"/>
                </a:cubicBezTo>
                <a:cubicBezTo>
                  <a:pt x="544496" y="9563"/>
                  <a:pt x="554158" y="-84"/>
                  <a:pt x="566077" y="-84"/>
                </a:cubicBezTo>
                <a:cubicBezTo>
                  <a:pt x="577991" y="-90"/>
                  <a:pt x="587651" y="9548"/>
                  <a:pt x="587658" y="21442"/>
                </a:cubicBezTo>
                <a:cubicBezTo>
                  <a:pt x="587658" y="21449"/>
                  <a:pt x="587658" y="21456"/>
                  <a:pt x="587658" y="21462"/>
                </a:cubicBezTo>
                <a:close/>
                <a:moveTo>
                  <a:pt x="769444" y="21462"/>
                </a:moveTo>
                <a:cubicBezTo>
                  <a:pt x="769444" y="33362"/>
                  <a:pt x="759782" y="43009"/>
                  <a:pt x="747864" y="43009"/>
                </a:cubicBezTo>
                <a:cubicBezTo>
                  <a:pt x="735946" y="43009"/>
                  <a:pt x="726283" y="33362"/>
                  <a:pt x="726283" y="21462"/>
                </a:cubicBezTo>
                <a:cubicBezTo>
                  <a:pt x="726283" y="9563"/>
                  <a:pt x="735946" y="-84"/>
                  <a:pt x="747864" y="-84"/>
                </a:cubicBezTo>
                <a:cubicBezTo>
                  <a:pt x="759777" y="-90"/>
                  <a:pt x="769439" y="9548"/>
                  <a:pt x="769444" y="21442"/>
                </a:cubicBezTo>
                <a:cubicBezTo>
                  <a:pt x="769444" y="21449"/>
                  <a:pt x="769444" y="21456"/>
                  <a:pt x="769444" y="21462"/>
                </a:cubicBezTo>
                <a:close/>
                <a:moveTo>
                  <a:pt x="951230" y="21462"/>
                </a:moveTo>
                <a:cubicBezTo>
                  <a:pt x="951230" y="33362"/>
                  <a:pt x="941568" y="43009"/>
                  <a:pt x="929649" y="43009"/>
                </a:cubicBezTo>
                <a:cubicBezTo>
                  <a:pt x="917730" y="43009"/>
                  <a:pt x="908068" y="33362"/>
                  <a:pt x="908068" y="21462"/>
                </a:cubicBezTo>
                <a:cubicBezTo>
                  <a:pt x="908068" y="9563"/>
                  <a:pt x="917730" y="-84"/>
                  <a:pt x="929649" y="-84"/>
                </a:cubicBezTo>
                <a:cubicBezTo>
                  <a:pt x="941561" y="-70"/>
                  <a:pt x="951217" y="9568"/>
                  <a:pt x="951230" y="21462"/>
                </a:cubicBezTo>
                <a:close/>
                <a:moveTo>
                  <a:pt x="42349" y="161205"/>
                </a:moveTo>
                <a:cubicBezTo>
                  <a:pt x="42349" y="173105"/>
                  <a:pt x="32687" y="182752"/>
                  <a:pt x="20768" y="182752"/>
                </a:cubicBezTo>
                <a:cubicBezTo>
                  <a:pt x="8849" y="182752"/>
                  <a:pt x="-813" y="173105"/>
                  <a:pt x="-813" y="161205"/>
                </a:cubicBezTo>
                <a:cubicBezTo>
                  <a:pt x="-813" y="149305"/>
                  <a:pt x="8849" y="139659"/>
                  <a:pt x="20768" y="139659"/>
                </a:cubicBezTo>
                <a:cubicBezTo>
                  <a:pt x="32682" y="139653"/>
                  <a:pt x="42343" y="149291"/>
                  <a:pt x="42349" y="161185"/>
                </a:cubicBezTo>
                <a:cubicBezTo>
                  <a:pt x="42349" y="161192"/>
                  <a:pt x="42349" y="161199"/>
                  <a:pt x="42349" y="161205"/>
                </a:cubicBezTo>
                <a:close/>
                <a:moveTo>
                  <a:pt x="224135" y="161205"/>
                </a:moveTo>
                <a:cubicBezTo>
                  <a:pt x="224135" y="173105"/>
                  <a:pt x="214473" y="182752"/>
                  <a:pt x="202554" y="182752"/>
                </a:cubicBezTo>
                <a:cubicBezTo>
                  <a:pt x="190636" y="182752"/>
                  <a:pt x="180974" y="173105"/>
                  <a:pt x="180974" y="161205"/>
                </a:cubicBezTo>
                <a:cubicBezTo>
                  <a:pt x="180974" y="149305"/>
                  <a:pt x="190636" y="139659"/>
                  <a:pt x="202554" y="139659"/>
                </a:cubicBezTo>
                <a:cubicBezTo>
                  <a:pt x="214467" y="139673"/>
                  <a:pt x="224122" y="149311"/>
                  <a:pt x="224135" y="161205"/>
                </a:cubicBezTo>
                <a:close/>
                <a:moveTo>
                  <a:pt x="405872" y="161205"/>
                </a:moveTo>
                <a:cubicBezTo>
                  <a:pt x="405872" y="173105"/>
                  <a:pt x="396209" y="182752"/>
                  <a:pt x="384291" y="182752"/>
                </a:cubicBezTo>
                <a:cubicBezTo>
                  <a:pt x="372372" y="182752"/>
                  <a:pt x="362710" y="173105"/>
                  <a:pt x="362710" y="161205"/>
                </a:cubicBezTo>
                <a:cubicBezTo>
                  <a:pt x="362710" y="149305"/>
                  <a:pt x="372372" y="139659"/>
                  <a:pt x="384291" y="139659"/>
                </a:cubicBezTo>
                <a:cubicBezTo>
                  <a:pt x="396204" y="139653"/>
                  <a:pt x="405865" y="149291"/>
                  <a:pt x="405872" y="161185"/>
                </a:cubicBezTo>
                <a:cubicBezTo>
                  <a:pt x="405872" y="161192"/>
                  <a:pt x="405872" y="161199"/>
                  <a:pt x="405872" y="161205"/>
                </a:cubicBezTo>
                <a:close/>
                <a:moveTo>
                  <a:pt x="587658" y="161205"/>
                </a:moveTo>
                <a:cubicBezTo>
                  <a:pt x="587658" y="173105"/>
                  <a:pt x="577996" y="182752"/>
                  <a:pt x="566077" y="182752"/>
                </a:cubicBezTo>
                <a:cubicBezTo>
                  <a:pt x="554158" y="182752"/>
                  <a:pt x="544496" y="173105"/>
                  <a:pt x="544496" y="161205"/>
                </a:cubicBezTo>
                <a:cubicBezTo>
                  <a:pt x="544496" y="149305"/>
                  <a:pt x="554158" y="139659"/>
                  <a:pt x="566077" y="139659"/>
                </a:cubicBezTo>
                <a:cubicBezTo>
                  <a:pt x="577991" y="139653"/>
                  <a:pt x="587651" y="149291"/>
                  <a:pt x="587658" y="161185"/>
                </a:cubicBezTo>
                <a:cubicBezTo>
                  <a:pt x="587658" y="161192"/>
                  <a:pt x="587658" y="161199"/>
                  <a:pt x="587658" y="161205"/>
                </a:cubicBezTo>
                <a:close/>
                <a:moveTo>
                  <a:pt x="769444" y="161205"/>
                </a:moveTo>
                <a:cubicBezTo>
                  <a:pt x="769444" y="173105"/>
                  <a:pt x="759782" y="182752"/>
                  <a:pt x="747864" y="182752"/>
                </a:cubicBezTo>
                <a:cubicBezTo>
                  <a:pt x="735946" y="182752"/>
                  <a:pt x="726283" y="173105"/>
                  <a:pt x="726283" y="161205"/>
                </a:cubicBezTo>
                <a:cubicBezTo>
                  <a:pt x="726283" y="149305"/>
                  <a:pt x="735946" y="139659"/>
                  <a:pt x="747864" y="139659"/>
                </a:cubicBezTo>
                <a:cubicBezTo>
                  <a:pt x="759777" y="139653"/>
                  <a:pt x="769439" y="149291"/>
                  <a:pt x="769444" y="161185"/>
                </a:cubicBezTo>
                <a:cubicBezTo>
                  <a:pt x="769444" y="161192"/>
                  <a:pt x="769444" y="161199"/>
                  <a:pt x="769444" y="161205"/>
                </a:cubicBezTo>
                <a:close/>
                <a:moveTo>
                  <a:pt x="951230" y="161205"/>
                </a:moveTo>
                <a:cubicBezTo>
                  <a:pt x="951230" y="173105"/>
                  <a:pt x="941568" y="182752"/>
                  <a:pt x="929649" y="182752"/>
                </a:cubicBezTo>
                <a:cubicBezTo>
                  <a:pt x="917730" y="182752"/>
                  <a:pt x="908068" y="173105"/>
                  <a:pt x="908068" y="161205"/>
                </a:cubicBezTo>
                <a:cubicBezTo>
                  <a:pt x="908068" y="149305"/>
                  <a:pt x="917730" y="139659"/>
                  <a:pt x="929649" y="139659"/>
                </a:cubicBezTo>
                <a:cubicBezTo>
                  <a:pt x="941561" y="139673"/>
                  <a:pt x="951217" y="149311"/>
                  <a:pt x="951230" y="161205"/>
                </a:cubicBezTo>
                <a:close/>
                <a:moveTo>
                  <a:pt x="42349" y="300948"/>
                </a:moveTo>
                <a:cubicBezTo>
                  <a:pt x="42349" y="312848"/>
                  <a:pt x="32687" y="322494"/>
                  <a:pt x="20768" y="322494"/>
                </a:cubicBezTo>
                <a:cubicBezTo>
                  <a:pt x="8849" y="322494"/>
                  <a:pt x="-813" y="312848"/>
                  <a:pt x="-813" y="300948"/>
                </a:cubicBezTo>
                <a:cubicBezTo>
                  <a:pt x="-813" y="289048"/>
                  <a:pt x="8849" y="279401"/>
                  <a:pt x="20768" y="279401"/>
                </a:cubicBezTo>
                <a:cubicBezTo>
                  <a:pt x="32682" y="279396"/>
                  <a:pt x="42343" y="289033"/>
                  <a:pt x="42349" y="300927"/>
                </a:cubicBezTo>
                <a:cubicBezTo>
                  <a:pt x="42349" y="300934"/>
                  <a:pt x="42349" y="300941"/>
                  <a:pt x="42349" y="300948"/>
                </a:cubicBezTo>
                <a:close/>
                <a:moveTo>
                  <a:pt x="224135" y="300948"/>
                </a:moveTo>
                <a:cubicBezTo>
                  <a:pt x="224135" y="312848"/>
                  <a:pt x="214473" y="322494"/>
                  <a:pt x="202554" y="322494"/>
                </a:cubicBezTo>
                <a:cubicBezTo>
                  <a:pt x="190636" y="322494"/>
                  <a:pt x="180974" y="312848"/>
                  <a:pt x="180974" y="300948"/>
                </a:cubicBezTo>
                <a:cubicBezTo>
                  <a:pt x="180974" y="289048"/>
                  <a:pt x="190636" y="279401"/>
                  <a:pt x="202554" y="279401"/>
                </a:cubicBezTo>
                <a:cubicBezTo>
                  <a:pt x="214467" y="279416"/>
                  <a:pt x="224122" y="289054"/>
                  <a:pt x="224135" y="300948"/>
                </a:cubicBezTo>
                <a:close/>
                <a:moveTo>
                  <a:pt x="405872" y="300948"/>
                </a:moveTo>
                <a:cubicBezTo>
                  <a:pt x="405872" y="312848"/>
                  <a:pt x="396209" y="322494"/>
                  <a:pt x="384291" y="322494"/>
                </a:cubicBezTo>
                <a:cubicBezTo>
                  <a:pt x="372372" y="322494"/>
                  <a:pt x="362710" y="312848"/>
                  <a:pt x="362710" y="300948"/>
                </a:cubicBezTo>
                <a:cubicBezTo>
                  <a:pt x="362710" y="289048"/>
                  <a:pt x="372372" y="279401"/>
                  <a:pt x="384291" y="279401"/>
                </a:cubicBezTo>
                <a:cubicBezTo>
                  <a:pt x="396204" y="279396"/>
                  <a:pt x="405865" y="289033"/>
                  <a:pt x="405872" y="300927"/>
                </a:cubicBezTo>
                <a:cubicBezTo>
                  <a:pt x="405872" y="300934"/>
                  <a:pt x="405872" y="300941"/>
                  <a:pt x="405872" y="300948"/>
                </a:cubicBezTo>
                <a:close/>
                <a:moveTo>
                  <a:pt x="587658" y="300948"/>
                </a:moveTo>
                <a:cubicBezTo>
                  <a:pt x="587658" y="312848"/>
                  <a:pt x="577996" y="322494"/>
                  <a:pt x="566077" y="322494"/>
                </a:cubicBezTo>
                <a:cubicBezTo>
                  <a:pt x="554158" y="322494"/>
                  <a:pt x="544496" y="312848"/>
                  <a:pt x="544496" y="300948"/>
                </a:cubicBezTo>
                <a:cubicBezTo>
                  <a:pt x="544496" y="289048"/>
                  <a:pt x="554158" y="279401"/>
                  <a:pt x="566077" y="279401"/>
                </a:cubicBezTo>
                <a:cubicBezTo>
                  <a:pt x="577991" y="279396"/>
                  <a:pt x="587651" y="289033"/>
                  <a:pt x="587658" y="300927"/>
                </a:cubicBezTo>
                <a:cubicBezTo>
                  <a:pt x="587658" y="300934"/>
                  <a:pt x="587658" y="300941"/>
                  <a:pt x="587658" y="300948"/>
                </a:cubicBezTo>
                <a:close/>
                <a:moveTo>
                  <a:pt x="769444" y="300948"/>
                </a:moveTo>
                <a:cubicBezTo>
                  <a:pt x="769444" y="312848"/>
                  <a:pt x="759782" y="322494"/>
                  <a:pt x="747864" y="322494"/>
                </a:cubicBezTo>
                <a:cubicBezTo>
                  <a:pt x="735946" y="322494"/>
                  <a:pt x="726283" y="312848"/>
                  <a:pt x="726283" y="300948"/>
                </a:cubicBezTo>
                <a:cubicBezTo>
                  <a:pt x="726283" y="289048"/>
                  <a:pt x="735946" y="279401"/>
                  <a:pt x="747864" y="279401"/>
                </a:cubicBezTo>
                <a:cubicBezTo>
                  <a:pt x="759777" y="279396"/>
                  <a:pt x="769439" y="289033"/>
                  <a:pt x="769444" y="300927"/>
                </a:cubicBezTo>
                <a:cubicBezTo>
                  <a:pt x="769444" y="300934"/>
                  <a:pt x="769444" y="300941"/>
                  <a:pt x="769444" y="300948"/>
                </a:cubicBezTo>
                <a:close/>
                <a:moveTo>
                  <a:pt x="951230" y="300948"/>
                </a:moveTo>
                <a:cubicBezTo>
                  <a:pt x="951230" y="312848"/>
                  <a:pt x="941568" y="322494"/>
                  <a:pt x="929649" y="322494"/>
                </a:cubicBezTo>
                <a:cubicBezTo>
                  <a:pt x="917730" y="322494"/>
                  <a:pt x="908068" y="312848"/>
                  <a:pt x="908068" y="300948"/>
                </a:cubicBezTo>
                <a:cubicBezTo>
                  <a:pt x="908068" y="289048"/>
                  <a:pt x="917730" y="279401"/>
                  <a:pt x="929649" y="279401"/>
                </a:cubicBezTo>
                <a:cubicBezTo>
                  <a:pt x="941561" y="279416"/>
                  <a:pt x="951217" y="289054"/>
                  <a:pt x="951230" y="300948"/>
                </a:cubicBezTo>
                <a:close/>
                <a:moveTo>
                  <a:pt x="42349" y="440691"/>
                </a:moveTo>
                <a:cubicBezTo>
                  <a:pt x="42349" y="452591"/>
                  <a:pt x="32687" y="462237"/>
                  <a:pt x="20768" y="462237"/>
                </a:cubicBezTo>
                <a:cubicBezTo>
                  <a:pt x="8849" y="462237"/>
                  <a:pt x="-813" y="452591"/>
                  <a:pt x="-813" y="440691"/>
                </a:cubicBezTo>
                <a:cubicBezTo>
                  <a:pt x="-813" y="428791"/>
                  <a:pt x="8849" y="419144"/>
                  <a:pt x="20768" y="419144"/>
                </a:cubicBezTo>
                <a:cubicBezTo>
                  <a:pt x="32682" y="419138"/>
                  <a:pt x="42343" y="428776"/>
                  <a:pt x="42349" y="440670"/>
                </a:cubicBezTo>
                <a:cubicBezTo>
                  <a:pt x="42349" y="440677"/>
                  <a:pt x="42349" y="440684"/>
                  <a:pt x="42349" y="440691"/>
                </a:cubicBezTo>
                <a:close/>
                <a:moveTo>
                  <a:pt x="224135" y="440691"/>
                </a:moveTo>
                <a:cubicBezTo>
                  <a:pt x="224135" y="452591"/>
                  <a:pt x="214473" y="462237"/>
                  <a:pt x="202554" y="462237"/>
                </a:cubicBezTo>
                <a:cubicBezTo>
                  <a:pt x="190636" y="462237"/>
                  <a:pt x="180974" y="452591"/>
                  <a:pt x="180974" y="440691"/>
                </a:cubicBezTo>
                <a:cubicBezTo>
                  <a:pt x="180974" y="428791"/>
                  <a:pt x="190636" y="419144"/>
                  <a:pt x="202554" y="419144"/>
                </a:cubicBezTo>
                <a:cubicBezTo>
                  <a:pt x="214467" y="419158"/>
                  <a:pt x="224122" y="428797"/>
                  <a:pt x="224135" y="440691"/>
                </a:cubicBezTo>
                <a:close/>
                <a:moveTo>
                  <a:pt x="405872" y="440691"/>
                </a:moveTo>
                <a:cubicBezTo>
                  <a:pt x="405872" y="452591"/>
                  <a:pt x="396209" y="462237"/>
                  <a:pt x="384291" y="462237"/>
                </a:cubicBezTo>
                <a:cubicBezTo>
                  <a:pt x="372372" y="462237"/>
                  <a:pt x="362710" y="452591"/>
                  <a:pt x="362710" y="440691"/>
                </a:cubicBezTo>
                <a:cubicBezTo>
                  <a:pt x="362710" y="428791"/>
                  <a:pt x="372372" y="419144"/>
                  <a:pt x="384291" y="419144"/>
                </a:cubicBezTo>
                <a:cubicBezTo>
                  <a:pt x="396204" y="419138"/>
                  <a:pt x="405865" y="428776"/>
                  <a:pt x="405872" y="440670"/>
                </a:cubicBezTo>
                <a:cubicBezTo>
                  <a:pt x="405872" y="440677"/>
                  <a:pt x="405872" y="440684"/>
                  <a:pt x="405872" y="440691"/>
                </a:cubicBezTo>
                <a:close/>
                <a:moveTo>
                  <a:pt x="587658" y="440691"/>
                </a:moveTo>
                <a:cubicBezTo>
                  <a:pt x="587658" y="452591"/>
                  <a:pt x="577996" y="462237"/>
                  <a:pt x="566077" y="462237"/>
                </a:cubicBezTo>
                <a:cubicBezTo>
                  <a:pt x="554158" y="462237"/>
                  <a:pt x="544496" y="452591"/>
                  <a:pt x="544496" y="440691"/>
                </a:cubicBezTo>
                <a:cubicBezTo>
                  <a:pt x="544496" y="428791"/>
                  <a:pt x="554158" y="419144"/>
                  <a:pt x="566077" y="419144"/>
                </a:cubicBezTo>
                <a:cubicBezTo>
                  <a:pt x="577991" y="419138"/>
                  <a:pt x="587651" y="428776"/>
                  <a:pt x="587658" y="440670"/>
                </a:cubicBezTo>
                <a:cubicBezTo>
                  <a:pt x="587658" y="440677"/>
                  <a:pt x="587658" y="440684"/>
                  <a:pt x="587658" y="440691"/>
                </a:cubicBezTo>
                <a:close/>
                <a:moveTo>
                  <a:pt x="769444" y="440691"/>
                </a:moveTo>
                <a:cubicBezTo>
                  <a:pt x="769444" y="452591"/>
                  <a:pt x="759782" y="462237"/>
                  <a:pt x="747864" y="462237"/>
                </a:cubicBezTo>
                <a:cubicBezTo>
                  <a:pt x="735946" y="462237"/>
                  <a:pt x="726283" y="452591"/>
                  <a:pt x="726283" y="440691"/>
                </a:cubicBezTo>
                <a:cubicBezTo>
                  <a:pt x="726283" y="428791"/>
                  <a:pt x="735946" y="419144"/>
                  <a:pt x="747864" y="419144"/>
                </a:cubicBezTo>
                <a:cubicBezTo>
                  <a:pt x="759777" y="419138"/>
                  <a:pt x="769439" y="428776"/>
                  <a:pt x="769444" y="440670"/>
                </a:cubicBezTo>
                <a:cubicBezTo>
                  <a:pt x="769444" y="440677"/>
                  <a:pt x="769444" y="440684"/>
                  <a:pt x="769444" y="440691"/>
                </a:cubicBezTo>
                <a:close/>
                <a:moveTo>
                  <a:pt x="951230" y="440691"/>
                </a:moveTo>
                <a:cubicBezTo>
                  <a:pt x="951230" y="452591"/>
                  <a:pt x="941568" y="462237"/>
                  <a:pt x="929649" y="462237"/>
                </a:cubicBezTo>
                <a:cubicBezTo>
                  <a:pt x="917730" y="462237"/>
                  <a:pt x="908068" y="452591"/>
                  <a:pt x="908068" y="440691"/>
                </a:cubicBezTo>
                <a:cubicBezTo>
                  <a:pt x="908068" y="428791"/>
                  <a:pt x="917730" y="419144"/>
                  <a:pt x="929649" y="419144"/>
                </a:cubicBezTo>
                <a:cubicBezTo>
                  <a:pt x="941561" y="419158"/>
                  <a:pt x="951217" y="428797"/>
                  <a:pt x="951230" y="440691"/>
                </a:cubicBezTo>
                <a:close/>
                <a:moveTo>
                  <a:pt x="42349" y="580434"/>
                </a:moveTo>
                <a:cubicBezTo>
                  <a:pt x="42349" y="592333"/>
                  <a:pt x="32687" y="601980"/>
                  <a:pt x="20768" y="601980"/>
                </a:cubicBezTo>
                <a:cubicBezTo>
                  <a:pt x="8849" y="601980"/>
                  <a:pt x="-813" y="592333"/>
                  <a:pt x="-813" y="580434"/>
                </a:cubicBezTo>
                <a:cubicBezTo>
                  <a:pt x="-813" y="568534"/>
                  <a:pt x="8849" y="558887"/>
                  <a:pt x="20768" y="558887"/>
                </a:cubicBezTo>
                <a:cubicBezTo>
                  <a:pt x="32682" y="558881"/>
                  <a:pt x="42343" y="568519"/>
                  <a:pt x="42349" y="580413"/>
                </a:cubicBezTo>
                <a:cubicBezTo>
                  <a:pt x="42349" y="580419"/>
                  <a:pt x="42349" y="580426"/>
                  <a:pt x="42349" y="580434"/>
                </a:cubicBezTo>
                <a:close/>
                <a:moveTo>
                  <a:pt x="224135" y="580434"/>
                </a:moveTo>
                <a:cubicBezTo>
                  <a:pt x="224135" y="592333"/>
                  <a:pt x="214473" y="601980"/>
                  <a:pt x="202554" y="601980"/>
                </a:cubicBezTo>
                <a:cubicBezTo>
                  <a:pt x="190636" y="601980"/>
                  <a:pt x="180974" y="592333"/>
                  <a:pt x="180974" y="580434"/>
                </a:cubicBezTo>
                <a:cubicBezTo>
                  <a:pt x="180974" y="568534"/>
                  <a:pt x="190636" y="558887"/>
                  <a:pt x="202554" y="558887"/>
                </a:cubicBezTo>
                <a:cubicBezTo>
                  <a:pt x="214467" y="558900"/>
                  <a:pt x="224122" y="568539"/>
                  <a:pt x="224135" y="580434"/>
                </a:cubicBezTo>
                <a:close/>
                <a:moveTo>
                  <a:pt x="405872" y="580434"/>
                </a:moveTo>
                <a:cubicBezTo>
                  <a:pt x="405872" y="592333"/>
                  <a:pt x="396209" y="601980"/>
                  <a:pt x="384291" y="601980"/>
                </a:cubicBezTo>
                <a:cubicBezTo>
                  <a:pt x="372372" y="601980"/>
                  <a:pt x="362710" y="592333"/>
                  <a:pt x="362710" y="580434"/>
                </a:cubicBezTo>
                <a:cubicBezTo>
                  <a:pt x="362710" y="568534"/>
                  <a:pt x="372372" y="558887"/>
                  <a:pt x="384291" y="558887"/>
                </a:cubicBezTo>
                <a:cubicBezTo>
                  <a:pt x="396204" y="558881"/>
                  <a:pt x="405865" y="568519"/>
                  <a:pt x="405872" y="580413"/>
                </a:cubicBezTo>
                <a:cubicBezTo>
                  <a:pt x="405872" y="580419"/>
                  <a:pt x="405872" y="580426"/>
                  <a:pt x="405872" y="580434"/>
                </a:cubicBezTo>
                <a:close/>
                <a:moveTo>
                  <a:pt x="587658" y="580434"/>
                </a:moveTo>
                <a:cubicBezTo>
                  <a:pt x="587658" y="592333"/>
                  <a:pt x="577996" y="601980"/>
                  <a:pt x="566077" y="601980"/>
                </a:cubicBezTo>
                <a:cubicBezTo>
                  <a:pt x="554158" y="601980"/>
                  <a:pt x="544496" y="592333"/>
                  <a:pt x="544496" y="580434"/>
                </a:cubicBezTo>
                <a:cubicBezTo>
                  <a:pt x="544496" y="568534"/>
                  <a:pt x="554158" y="558887"/>
                  <a:pt x="566077" y="558887"/>
                </a:cubicBezTo>
                <a:cubicBezTo>
                  <a:pt x="577991" y="558881"/>
                  <a:pt x="587651" y="568519"/>
                  <a:pt x="587658" y="580413"/>
                </a:cubicBezTo>
                <a:cubicBezTo>
                  <a:pt x="587658" y="580419"/>
                  <a:pt x="587658" y="580426"/>
                  <a:pt x="587658" y="580434"/>
                </a:cubicBezTo>
                <a:close/>
                <a:moveTo>
                  <a:pt x="769444" y="580434"/>
                </a:moveTo>
                <a:cubicBezTo>
                  <a:pt x="769444" y="592333"/>
                  <a:pt x="759782" y="601980"/>
                  <a:pt x="747864" y="601980"/>
                </a:cubicBezTo>
                <a:cubicBezTo>
                  <a:pt x="735946" y="601980"/>
                  <a:pt x="726283" y="592333"/>
                  <a:pt x="726283" y="580434"/>
                </a:cubicBezTo>
                <a:cubicBezTo>
                  <a:pt x="726283" y="568534"/>
                  <a:pt x="735946" y="558887"/>
                  <a:pt x="747864" y="558887"/>
                </a:cubicBezTo>
                <a:cubicBezTo>
                  <a:pt x="759777" y="558881"/>
                  <a:pt x="769439" y="568519"/>
                  <a:pt x="769444" y="580413"/>
                </a:cubicBezTo>
                <a:cubicBezTo>
                  <a:pt x="769444" y="580419"/>
                  <a:pt x="769444" y="580426"/>
                  <a:pt x="769444" y="580434"/>
                </a:cubicBezTo>
                <a:close/>
                <a:moveTo>
                  <a:pt x="951230" y="580434"/>
                </a:moveTo>
                <a:cubicBezTo>
                  <a:pt x="951230" y="592333"/>
                  <a:pt x="941568" y="601980"/>
                  <a:pt x="929649" y="601980"/>
                </a:cubicBezTo>
                <a:cubicBezTo>
                  <a:pt x="917730" y="601980"/>
                  <a:pt x="908068" y="592333"/>
                  <a:pt x="908068" y="580434"/>
                </a:cubicBezTo>
                <a:cubicBezTo>
                  <a:pt x="908068" y="568534"/>
                  <a:pt x="917730" y="558887"/>
                  <a:pt x="929649" y="558887"/>
                </a:cubicBezTo>
                <a:cubicBezTo>
                  <a:pt x="941561" y="558900"/>
                  <a:pt x="951217" y="568539"/>
                  <a:pt x="951230" y="58043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6"/>
          <p:cNvSpPr/>
          <p:nvPr/>
        </p:nvSpPr>
        <p:spPr>
          <a:xfrm>
            <a:off x="743585" y="3798570"/>
            <a:ext cx="951230" cy="6019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2" name="Image 3" descr="https://kimi-img.moonshot.cn/pub/slides/slides_tmpl/image/25-09-08-13:48:45-d2v6sfdnfo2stf9dkcj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8550" y="3282950"/>
            <a:ext cx="1117600" cy="1117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8-d2v6sg5nfo2stf9dkc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998980" y="827405"/>
            <a:ext cx="1139190" cy="720725"/>
          </a:xfrm>
          <a:custGeom>
            <a:avLst/>
            <a:gdLst/>
            <a:ahLst/>
            <a:cxnLst/>
            <a:rect l="l" t="t" r="r" b="b"/>
            <a:pathLst>
              <a:path w="1139190" h="720725">
                <a:moveTo>
                  <a:pt x="50717" y="25696"/>
                </a:moveTo>
                <a:cubicBezTo>
                  <a:pt x="50717" y="39943"/>
                  <a:pt x="39146" y="51493"/>
                  <a:pt x="24872" y="51493"/>
                </a:cubicBezTo>
                <a:cubicBezTo>
                  <a:pt x="10598" y="51493"/>
                  <a:pt x="-973" y="39943"/>
                  <a:pt x="-973" y="25696"/>
                </a:cubicBezTo>
                <a:cubicBezTo>
                  <a:pt x="-973" y="11449"/>
                  <a:pt x="10598" y="-101"/>
                  <a:pt x="24872" y="-101"/>
                </a:cubicBezTo>
                <a:cubicBezTo>
                  <a:pt x="39140" y="-108"/>
                  <a:pt x="50710" y="11432"/>
                  <a:pt x="50717" y="25671"/>
                </a:cubicBezTo>
                <a:cubicBezTo>
                  <a:pt x="50717" y="25680"/>
                  <a:pt x="50717" y="25688"/>
                  <a:pt x="50717" y="25696"/>
                </a:cubicBezTo>
                <a:close/>
                <a:moveTo>
                  <a:pt x="268424" y="25696"/>
                </a:moveTo>
                <a:cubicBezTo>
                  <a:pt x="268424" y="39943"/>
                  <a:pt x="256852" y="51493"/>
                  <a:pt x="242578" y="51493"/>
                </a:cubicBezTo>
                <a:cubicBezTo>
                  <a:pt x="228305" y="51493"/>
                  <a:pt x="216733" y="39943"/>
                  <a:pt x="216733" y="25696"/>
                </a:cubicBezTo>
                <a:cubicBezTo>
                  <a:pt x="216733" y="11449"/>
                  <a:pt x="228305" y="-101"/>
                  <a:pt x="242578" y="-101"/>
                </a:cubicBezTo>
                <a:cubicBezTo>
                  <a:pt x="256844" y="-84"/>
                  <a:pt x="268408" y="11456"/>
                  <a:pt x="268424" y="25696"/>
                </a:cubicBezTo>
                <a:close/>
                <a:moveTo>
                  <a:pt x="486070" y="25696"/>
                </a:moveTo>
                <a:cubicBezTo>
                  <a:pt x="486070" y="39943"/>
                  <a:pt x="474498" y="51493"/>
                  <a:pt x="460225" y="51493"/>
                </a:cubicBezTo>
                <a:cubicBezTo>
                  <a:pt x="445951" y="51493"/>
                  <a:pt x="434380" y="39943"/>
                  <a:pt x="434380" y="25696"/>
                </a:cubicBezTo>
                <a:cubicBezTo>
                  <a:pt x="434380" y="11449"/>
                  <a:pt x="445951" y="-101"/>
                  <a:pt x="460225" y="-101"/>
                </a:cubicBezTo>
                <a:cubicBezTo>
                  <a:pt x="474492" y="-108"/>
                  <a:pt x="486062" y="11432"/>
                  <a:pt x="486070" y="25671"/>
                </a:cubicBezTo>
                <a:cubicBezTo>
                  <a:pt x="486070" y="25680"/>
                  <a:pt x="486070" y="25688"/>
                  <a:pt x="486070" y="25696"/>
                </a:cubicBezTo>
                <a:close/>
                <a:moveTo>
                  <a:pt x="703777" y="25696"/>
                </a:moveTo>
                <a:cubicBezTo>
                  <a:pt x="703777" y="39943"/>
                  <a:pt x="692206" y="51493"/>
                  <a:pt x="677932" y="51493"/>
                </a:cubicBezTo>
                <a:cubicBezTo>
                  <a:pt x="663658" y="51493"/>
                  <a:pt x="652087" y="39943"/>
                  <a:pt x="652087" y="25696"/>
                </a:cubicBezTo>
                <a:cubicBezTo>
                  <a:pt x="652087" y="11449"/>
                  <a:pt x="663658" y="-101"/>
                  <a:pt x="677932" y="-101"/>
                </a:cubicBezTo>
                <a:cubicBezTo>
                  <a:pt x="692200" y="-108"/>
                  <a:pt x="703769" y="11432"/>
                  <a:pt x="703777" y="25671"/>
                </a:cubicBezTo>
                <a:cubicBezTo>
                  <a:pt x="703777" y="25680"/>
                  <a:pt x="703777" y="25688"/>
                  <a:pt x="703777" y="25696"/>
                </a:cubicBezTo>
                <a:close/>
                <a:moveTo>
                  <a:pt x="921484" y="25696"/>
                </a:moveTo>
                <a:cubicBezTo>
                  <a:pt x="921484" y="39943"/>
                  <a:pt x="909913" y="51493"/>
                  <a:pt x="895639" y="51493"/>
                </a:cubicBezTo>
                <a:cubicBezTo>
                  <a:pt x="881366" y="51493"/>
                  <a:pt x="869794" y="39943"/>
                  <a:pt x="869794" y="25696"/>
                </a:cubicBezTo>
                <a:cubicBezTo>
                  <a:pt x="869794" y="11449"/>
                  <a:pt x="881366" y="-101"/>
                  <a:pt x="895639" y="-101"/>
                </a:cubicBezTo>
                <a:cubicBezTo>
                  <a:pt x="909907" y="-108"/>
                  <a:pt x="921477" y="11432"/>
                  <a:pt x="921484" y="25671"/>
                </a:cubicBezTo>
                <a:cubicBezTo>
                  <a:pt x="921484" y="25680"/>
                  <a:pt x="921484" y="25688"/>
                  <a:pt x="921484" y="25696"/>
                </a:cubicBezTo>
                <a:close/>
                <a:moveTo>
                  <a:pt x="1139190" y="25696"/>
                </a:moveTo>
                <a:cubicBezTo>
                  <a:pt x="1139190" y="39943"/>
                  <a:pt x="1127619" y="51493"/>
                  <a:pt x="1113345" y="51493"/>
                </a:cubicBezTo>
                <a:cubicBezTo>
                  <a:pt x="1099071" y="51493"/>
                  <a:pt x="1087500" y="39943"/>
                  <a:pt x="1087500" y="25696"/>
                </a:cubicBezTo>
                <a:cubicBezTo>
                  <a:pt x="1087500" y="11449"/>
                  <a:pt x="1099071" y="-101"/>
                  <a:pt x="1113345" y="-101"/>
                </a:cubicBezTo>
                <a:cubicBezTo>
                  <a:pt x="1127611" y="-84"/>
                  <a:pt x="1139174" y="11456"/>
                  <a:pt x="1139190" y="25696"/>
                </a:cubicBezTo>
                <a:close/>
                <a:moveTo>
                  <a:pt x="50717" y="193004"/>
                </a:moveTo>
                <a:cubicBezTo>
                  <a:pt x="50717" y="207251"/>
                  <a:pt x="39146" y="218801"/>
                  <a:pt x="24872" y="218801"/>
                </a:cubicBezTo>
                <a:cubicBezTo>
                  <a:pt x="10598" y="218801"/>
                  <a:pt x="-973" y="207251"/>
                  <a:pt x="-973" y="193004"/>
                </a:cubicBezTo>
                <a:cubicBezTo>
                  <a:pt x="-973" y="178757"/>
                  <a:pt x="10598" y="167207"/>
                  <a:pt x="24872" y="167207"/>
                </a:cubicBezTo>
                <a:cubicBezTo>
                  <a:pt x="39140" y="167200"/>
                  <a:pt x="50710" y="178740"/>
                  <a:pt x="50717" y="192980"/>
                </a:cubicBezTo>
                <a:cubicBezTo>
                  <a:pt x="50717" y="192988"/>
                  <a:pt x="50717" y="192996"/>
                  <a:pt x="50717" y="193004"/>
                </a:cubicBezTo>
                <a:close/>
                <a:moveTo>
                  <a:pt x="268424" y="193004"/>
                </a:moveTo>
                <a:cubicBezTo>
                  <a:pt x="268424" y="207251"/>
                  <a:pt x="256852" y="218801"/>
                  <a:pt x="242578" y="218801"/>
                </a:cubicBezTo>
                <a:cubicBezTo>
                  <a:pt x="228305" y="218801"/>
                  <a:pt x="216733" y="207251"/>
                  <a:pt x="216733" y="193004"/>
                </a:cubicBezTo>
                <a:cubicBezTo>
                  <a:pt x="216733" y="178757"/>
                  <a:pt x="228305" y="167207"/>
                  <a:pt x="242578" y="167207"/>
                </a:cubicBezTo>
                <a:cubicBezTo>
                  <a:pt x="256844" y="167224"/>
                  <a:pt x="268408" y="178764"/>
                  <a:pt x="268424" y="193004"/>
                </a:cubicBezTo>
                <a:close/>
                <a:moveTo>
                  <a:pt x="486070" y="193004"/>
                </a:moveTo>
                <a:cubicBezTo>
                  <a:pt x="486070" y="207251"/>
                  <a:pt x="474498" y="218801"/>
                  <a:pt x="460225" y="218801"/>
                </a:cubicBezTo>
                <a:cubicBezTo>
                  <a:pt x="445951" y="218801"/>
                  <a:pt x="434380" y="207251"/>
                  <a:pt x="434380" y="193004"/>
                </a:cubicBezTo>
                <a:cubicBezTo>
                  <a:pt x="434380" y="178757"/>
                  <a:pt x="445951" y="167207"/>
                  <a:pt x="460225" y="167207"/>
                </a:cubicBezTo>
                <a:cubicBezTo>
                  <a:pt x="474492" y="167200"/>
                  <a:pt x="486062" y="178740"/>
                  <a:pt x="486070" y="192980"/>
                </a:cubicBezTo>
                <a:cubicBezTo>
                  <a:pt x="486070" y="192988"/>
                  <a:pt x="486070" y="192996"/>
                  <a:pt x="486070" y="193004"/>
                </a:cubicBezTo>
                <a:close/>
                <a:moveTo>
                  <a:pt x="703777" y="193004"/>
                </a:moveTo>
                <a:cubicBezTo>
                  <a:pt x="703777" y="207251"/>
                  <a:pt x="692206" y="218801"/>
                  <a:pt x="677932" y="218801"/>
                </a:cubicBezTo>
                <a:cubicBezTo>
                  <a:pt x="663658" y="218801"/>
                  <a:pt x="652087" y="207251"/>
                  <a:pt x="652087" y="193004"/>
                </a:cubicBezTo>
                <a:cubicBezTo>
                  <a:pt x="652087" y="178757"/>
                  <a:pt x="663658" y="167207"/>
                  <a:pt x="677932" y="167207"/>
                </a:cubicBezTo>
                <a:cubicBezTo>
                  <a:pt x="692200" y="167200"/>
                  <a:pt x="703769" y="178740"/>
                  <a:pt x="703777" y="192980"/>
                </a:cubicBezTo>
                <a:cubicBezTo>
                  <a:pt x="703777" y="192988"/>
                  <a:pt x="703777" y="192996"/>
                  <a:pt x="703777" y="193004"/>
                </a:cubicBezTo>
                <a:close/>
                <a:moveTo>
                  <a:pt x="921484" y="193004"/>
                </a:moveTo>
                <a:cubicBezTo>
                  <a:pt x="921484" y="207251"/>
                  <a:pt x="909913" y="218801"/>
                  <a:pt x="895639" y="218801"/>
                </a:cubicBezTo>
                <a:cubicBezTo>
                  <a:pt x="881366" y="218801"/>
                  <a:pt x="869794" y="207251"/>
                  <a:pt x="869794" y="193004"/>
                </a:cubicBezTo>
                <a:cubicBezTo>
                  <a:pt x="869794" y="178757"/>
                  <a:pt x="881366" y="167207"/>
                  <a:pt x="895639" y="167207"/>
                </a:cubicBezTo>
                <a:cubicBezTo>
                  <a:pt x="909907" y="167200"/>
                  <a:pt x="921477" y="178740"/>
                  <a:pt x="921484" y="192980"/>
                </a:cubicBezTo>
                <a:cubicBezTo>
                  <a:pt x="921484" y="192988"/>
                  <a:pt x="921484" y="192996"/>
                  <a:pt x="921484" y="193004"/>
                </a:cubicBezTo>
                <a:close/>
                <a:moveTo>
                  <a:pt x="1139190" y="193004"/>
                </a:moveTo>
                <a:cubicBezTo>
                  <a:pt x="1139190" y="207251"/>
                  <a:pt x="1127619" y="218801"/>
                  <a:pt x="1113345" y="218801"/>
                </a:cubicBezTo>
                <a:cubicBezTo>
                  <a:pt x="1099071" y="218801"/>
                  <a:pt x="1087500" y="207251"/>
                  <a:pt x="1087500" y="193004"/>
                </a:cubicBezTo>
                <a:cubicBezTo>
                  <a:pt x="1087500" y="178757"/>
                  <a:pt x="1099071" y="167207"/>
                  <a:pt x="1113345" y="167207"/>
                </a:cubicBezTo>
                <a:cubicBezTo>
                  <a:pt x="1127611" y="167224"/>
                  <a:pt x="1139174" y="178764"/>
                  <a:pt x="1139190" y="193004"/>
                </a:cubicBezTo>
                <a:close/>
                <a:moveTo>
                  <a:pt x="50717" y="360312"/>
                </a:moveTo>
                <a:cubicBezTo>
                  <a:pt x="50717" y="374559"/>
                  <a:pt x="39146" y="386109"/>
                  <a:pt x="24872" y="386109"/>
                </a:cubicBezTo>
                <a:cubicBezTo>
                  <a:pt x="10598" y="386109"/>
                  <a:pt x="-973" y="374559"/>
                  <a:pt x="-973" y="360312"/>
                </a:cubicBezTo>
                <a:cubicBezTo>
                  <a:pt x="-973" y="346065"/>
                  <a:pt x="10598" y="334516"/>
                  <a:pt x="24872" y="334516"/>
                </a:cubicBezTo>
                <a:cubicBezTo>
                  <a:pt x="39140" y="334509"/>
                  <a:pt x="50710" y="346047"/>
                  <a:pt x="50717" y="360287"/>
                </a:cubicBezTo>
                <a:cubicBezTo>
                  <a:pt x="50717" y="360295"/>
                  <a:pt x="50717" y="360304"/>
                  <a:pt x="50717" y="360312"/>
                </a:cubicBezTo>
                <a:close/>
                <a:moveTo>
                  <a:pt x="268424" y="360312"/>
                </a:moveTo>
                <a:cubicBezTo>
                  <a:pt x="268424" y="374559"/>
                  <a:pt x="256852" y="386109"/>
                  <a:pt x="242578" y="386109"/>
                </a:cubicBezTo>
                <a:cubicBezTo>
                  <a:pt x="228305" y="386109"/>
                  <a:pt x="216733" y="374559"/>
                  <a:pt x="216733" y="360312"/>
                </a:cubicBezTo>
                <a:cubicBezTo>
                  <a:pt x="216733" y="346065"/>
                  <a:pt x="228305" y="334516"/>
                  <a:pt x="242578" y="334516"/>
                </a:cubicBezTo>
                <a:cubicBezTo>
                  <a:pt x="256844" y="334532"/>
                  <a:pt x="268408" y="346072"/>
                  <a:pt x="268424" y="360312"/>
                </a:cubicBezTo>
                <a:close/>
                <a:moveTo>
                  <a:pt x="486070" y="360312"/>
                </a:moveTo>
                <a:cubicBezTo>
                  <a:pt x="486070" y="374559"/>
                  <a:pt x="474498" y="386109"/>
                  <a:pt x="460225" y="386109"/>
                </a:cubicBezTo>
                <a:cubicBezTo>
                  <a:pt x="445951" y="386109"/>
                  <a:pt x="434380" y="374559"/>
                  <a:pt x="434380" y="360312"/>
                </a:cubicBezTo>
                <a:cubicBezTo>
                  <a:pt x="434380" y="346065"/>
                  <a:pt x="445951" y="334516"/>
                  <a:pt x="460225" y="334516"/>
                </a:cubicBezTo>
                <a:cubicBezTo>
                  <a:pt x="474492" y="334509"/>
                  <a:pt x="486062" y="346047"/>
                  <a:pt x="486070" y="360287"/>
                </a:cubicBezTo>
                <a:cubicBezTo>
                  <a:pt x="486070" y="360295"/>
                  <a:pt x="486070" y="360304"/>
                  <a:pt x="486070" y="360312"/>
                </a:cubicBezTo>
                <a:close/>
                <a:moveTo>
                  <a:pt x="703777" y="360312"/>
                </a:moveTo>
                <a:cubicBezTo>
                  <a:pt x="703777" y="374559"/>
                  <a:pt x="692206" y="386109"/>
                  <a:pt x="677932" y="386109"/>
                </a:cubicBezTo>
                <a:cubicBezTo>
                  <a:pt x="663658" y="386109"/>
                  <a:pt x="652087" y="374559"/>
                  <a:pt x="652087" y="360312"/>
                </a:cubicBezTo>
                <a:cubicBezTo>
                  <a:pt x="652087" y="346065"/>
                  <a:pt x="663658" y="334516"/>
                  <a:pt x="677932" y="334516"/>
                </a:cubicBezTo>
                <a:cubicBezTo>
                  <a:pt x="692200" y="334509"/>
                  <a:pt x="703769" y="346047"/>
                  <a:pt x="703777" y="360287"/>
                </a:cubicBezTo>
                <a:cubicBezTo>
                  <a:pt x="703777" y="360295"/>
                  <a:pt x="703777" y="360304"/>
                  <a:pt x="703777" y="360312"/>
                </a:cubicBezTo>
                <a:close/>
                <a:moveTo>
                  <a:pt x="921484" y="360312"/>
                </a:moveTo>
                <a:cubicBezTo>
                  <a:pt x="921484" y="374559"/>
                  <a:pt x="909913" y="386109"/>
                  <a:pt x="895639" y="386109"/>
                </a:cubicBezTo>
                <a:cubicBezTo>
                  <a:pt x="881366" y="386109"/>
                  <a:pt x="869794" y="374559"/>
                  <a:pt x="869794" y="360312"/>
                </a:cubicBezTo>
                <a:cubicBezTo>
                  <a:pt x="869794" y="346065"/>
                  <a:pt x="881366" y="334516"/>
                  <a:pt x="895639" y="334516"/>
                </a:cubicBezTo>
                <a:cubicBezTo>
                  <a:pt x="909907" y="334509"/>
                  <a:pt x="921477" y="346047"/>
                  <a:pt x="921484" y="360287"/>
                </a:cubicBezTo>
                <a:cubicBezTo>
                  <a:pt x="921484" y="360295"/>
                  <a:pt x="921484" y="360304"/>
                  <a:pt x="921484" y="360312"/>
                </a:cubicBezTo>
                <a:close/>
                <a:moveTo>
                  <a:pt x="1139190" y="360312"/>
                </a:moveTo>
                <a:cubicBezTo>
                  <a:pt x="1139190" y="374559"/>
                  <a:pt x="1127619" y="386109"/>
                  <a:pt x="1113345" y="386109"/>
                </a:cubicBezTo>
                <a:cubicBezTo>
                  <a:pt x="1099071" y="386109"/>
                  <a:pt x="1087500" y="374559"/>
                  <a:pt x="1087500" y="360312"/>
                </a:cubicBezTo>
                <a:cubicBezTo>
                  <a:pt x="1087500" y="346065"/>
                  <a:pt x="1099071" y="334516"/>
                  <a:pt x="1113345" y="334516"/>
                </a:cubicBezTo>
                <a:cubicBezTo>
                  <a:pt x="1127611" y="334532"/>
                  <a:pt x="1139174" y="346072"/>
                  <a:pt x="1139190" y="360312"/>
                </a:cubicBezTo>
                <a:close/>
                <a:moveTo>
                  <a:pt x="50717" y="527620"/>
                </a:moveTo>
                <a:cubicBezTo>
                  <a:pt x="50717" y="541867"/>
                  <a:pt x="39146" y="553417"/>
                  <a:pt x="24872" y="553417"/>
                </a:cubicBezTo>
                <a:cubicBezTo>
                  <a:pt x="10598" y="553417"/>
                  <a:pt x="-973" y="541867"/>
                  <a:pt x="-973" y="527620"/>
                </a:cubicBezTo>
                <a:cubicBezTo>
                  <a:pt x="-973" y="513373"/>
                  <a:pt x="10598" y="501824"/>
                  <a:pt x="24872" y="501824"/>
                </a:cubicBezTo>
                <a:cubicBezTo>
                  <a:pt x="39140" y="501817"/>
                  <a:pt x="50710" y="513355"/>
                  <a:pt x="50717" y="527595"/>
                </a:cubicBezTo>
                <a:cubicBezTo>
                  <a:pt x="50717" y="527604"/>
                  <a:pt x="50717" y="527612"/>
                  <a:pt x="50717" y="527620"/>
                </a:cubicBezTo>
                <a:close/>
                <a:moveTo>
                  <a:pt x="268424" y="527620"/>
                </a:moveTo>
                <a:cubicBezTo>
                  <a:pt x="268424" y="541867"/>
                  <a:pt x="256852" y="553417"/>
                  <a:pt x="242578" y="553417"/>
                </a:cubicBezTo>
                <a:cubicBezTo>
                  <a:pt x="228305" y="553417"/>
                  <a:pt x="216733" y="541867"/>
                  <a:pt x="216733" y="527620"/>
                </a:cubicBezTo>
                <a:cubicBezTo>
                  <a:pt x="216733" y="513373"/>
                  <a:pt x="228305" y="501824"/>
                  <a:pt x="242578" y="501824"/>
                </a:cubicBezTo>
                <a:cubicBezTo>
                  <a:pt x="256844" y="501841"/>
                  <a:pt x="268408" y="513380"/>
                  <a:pt x="268424" y="527620"/>
                </a:cubicBezTo>
                <a:close/>
                <a:moveTo>
                  <a:pt x="486070" y="527620"/>
                </a:moveTo>
                <a:cubicBezTo>
                  <a:pt x="486070" y="541867"/>
                  <a:pt x="474498" y="553417"/>
                  <a:pt x="460225" y="553417"/>
                </a:cubicBezTo>
                <a:cubicBezTo>
                  <a:pt x="445951" y="553417"/>
                  <a:pt x="434380" y="541867"/>
                  <a:pt x="434380" y="527620"/>
                </a:cubicBezTo>
                <a:cubicBezTo>
                  <a:pt x="434380" y="513373"/>
                  <a:pt x="445951" y="501824"/>
                  <a:pt x="460225" y="501824"/>
                </a:cubicBezTo>
                <a:cubicBezTo>
                  <a:pt x="474492" y="501817"/>
                  <a:pt x="486062" y="513355"/>
                  <a:pt x="486070" y="527595"/>
                </a:cubicBezTo>
                <a:cubicBezTo>
                  <a:pt x="486070" y="527604"/>
                  <a:pt x="486070" y="527612"/>
                  <a:pt x="486070" y="527620"/>
                </a:cubicBezTo>
                <a:close/>
                <a:moveTo>
                  <a:pt x="703777" y="527620"/>
                </a:moveTo>
                <a:cubicBezTo>
                  <a:pt x="703777" y="541867"/>
                  <a:pt x="692206" y="553417"/>
                  <a:pt x="677932" y="553417"/>
                </a:cubicBezTo>
                <a:cubicBezTo>
                  <a:pt x="663658" y="553417"/>
                  <a:pt x="652087" y="541867"/>
                  <a:pt x="652087" y="527620"/>
                </a:cubicBezTo>
                <a:cubicBezTo>
                  <a:pt x="652087" y="513373"/>
                  <a:pt x="663658" y="501824"/>
                  <a:pt x="677932" y="501824"/>
                </a:cubicBezTo>
                <a:cubicBezTo>
                  <a:pt x="692200" y="501817"/>
                  <a:pt x="703769" y="513355"/>
                  <a:pt x="703777" y="527595"/>
                </a:cubicBezTo>
                <a:cubicBezTo>
                  <a:pt x="703777" y="527604"/>
                  <a:pt x="703777" y="527612"/>
                  <a:pt x="703777" y="527620"/>
                </a:cubicBezTo>
                <a:close/>
                <a:moveTo>
                  <a:pt x="921484" y="527620"/>
                </a:moveTo>
                <a:cubicBezTo>
                  <a:pt x="921484" y="541867"/>
                  <a:pt x="909913" y="553417"/>
                  <a:pt x="895639" y="553417"/>
                </a:cubicBezTo>
                <a:cubicBezTo>
                  <a:pt x="881366" y="553417"/>
                  <a:pt x="869794" y="541867"/>
                  <a:pt x="869794" y="527620"/>
                </a:cubicBezTo>
                <a:cubicBezTo>
                  <a:pt x="869794" y="513373"/>
                  <a:pt x="881366" y="501824"/>
                  <a:pt x="895639" y="501824"/>
                </a:cubicBezTo>
                <a:cubicBezTo>
                  <a:pt x="909907" y="501817"/>
                  <a:pt x="921477" y="513355"/>
                  <a:pt x="921484" y="527595"/>
                </a:cubicBezTo>
                <a:cubicBezTo>
                  <a:pt x="921484" y="527604"/>
                  <a:pt x="921484" y="527612"/>
                  <a:pt x="921484" y="527620"/>
                </a:cubicBezTo>
                <a:close/>
                <a:moveTo>
                  <a:pt x="1139190" y="527620"/>
                </a:moveTo>
                <a:cubicBezTo>
                  <a:pt x="1139190" y="541867"/>
                  <a:pt x="1127619" y="553417"/>
                  <a:pt x="1113345" y="553417"/>
                </a:cubicBezTo>
                <a:cubicBezTo>
                  <a:pt x="1099071" y="553417"/>
                  <a:pt x="1087500" y="541867"/>
                  <a:pt x="1087500" y="527620"/>
                </a:cubicBezTo>
                <a:cubicBezTo>
                  <a:pt x="1087500" y="513373"/>
                  <a:pt x="1099071" y="501824"/>
                  <a:pt x="1113345" y="501824"/>
                </a:cubicBezTo>
                <a:cubicBezTo>
                  <a:pt x="1127611" y="501841"/>
                  <a:pt x="1139174" y="513380"/>
                  <a:pt x="1139190" y="527620"/>
                </a:cubicBezTo>
                <a:close/>
                <a:moveTo>
                  <a:pt x="50717" y="694928"/>
                </a:moveTo>
                <a:cubicBezTo>
                  <a:pt x="50717" y="709176"/>
                  <a:pt x="39146" y="720725"/>
                  <a:pt x="24872" y="720725"/>
                </a:cubicBezTo>
                <a:cubicBezTo>
                  <a:pt x="10598" y="720725"/>
                  <a:pt x="-973" y="709176"/>
                  <a:pt x="-973" y="694928"/>
                </a:cubicBezTo>
                <a:cubicBezTo>
                  <a:pt x="-973" y="680681"/>
                  <a:pt x="10598" y="669132"/>
                  <a:pt x="24872" y="669132"/>
                </a:cubicBezTo>
                <a:cubicBezTo>
                  <a:pt x="39140" y="669125"/>
                  <a:pt x="50710" y="680663"/>
                  <a:pt x="50717" y="694903"/>
                </a:cubicBezTo>
                <a:cubicBezTo>
                  <a:pt x="50717" y="694911"/>
                  <a:pt x="50717" y="694919"/>
                  <a:pt x="50717" y="694928"/>
                </a:cubicBezTo>
                <a:close/>
                <a:moveTo>
                  <a:pt x="268424" y="694928"/>
                </a:moveTo>
                <a:cubicBezTo>
                  <a:pt x="268424" y="709176"/>
                  <a:pt x="256852" y="720725"/>
                  <a:pt x="242578" y="720725"/>
                </a:cubicBezTo>
                <a:cubicBezTo>
                  <a:pt x="228305" y="720725"/>
                  <a:pt x="216733" y="709176"/>
                  <a:pt x="216733" y="694928"/>
                </a:cubicBezTo>
                <a:cubicBezTo>
                  <a:pt x="216733" y="680681"/>
                  <a:pt x="228305" y="669132"/>
                  <a:pt x="242578" y="669132"/>
                </a:cubicBezTo>
                <a:cubicBezTo>
                  <a:pt x="256844" y="669148"/>
                  <a:pt x="268408" y="680688"/>
                  <a:pt x="268424" y="694928"/>
                </a:cubicBezTo>
                <a:close/>
                <a:moveTo>
                  <a:pt x="486070" y="694928"/>
                </a:moveTo>
                <a:cubicBezTo>
                  <a:pt x="486070" y="709176"/>
                  <a:pt x="474498" y="720725"/>
                  <a:pt x="460225" y="720725"/>
                </a:cubicBezTo>
                <a:cubicBezTo>
                  <a:pt x="445951" y="720725"/>
                  <a:pt x="434380" y="709176"/>
                  <a:pt x="434380" y="694928"/>
                </a:cubicBezTo>
                <a:cubicBezTo>
                  <a:pt x="434380" y="680681"/>
                  <a:pt x="445951" y="669132"/>
                  <a:pt x="460225" y="669132"/>
                </a:cubicBezTo>
                <a:cubicBezTo>
                  <a:pt x="474492" y="669125"/>
                  <a:pt x="486062" y="680663"/>
                  <a:pt x="486070" y="694903"/>
                </a:cubicBezTo>
                <a:cubicBezTo>
                  <a:pt x="486070" y="694911"/>
                  <a:pt x="486070" y="694919"/>
                  <a:pt x="486070" y="694928"/>
                </a:cubicBezTo>
                <a:close/>
                <a:moveTo>
                  <a:pt x="703777" y="694928"/>
                </a:moveTo>
                <a:cubicBezTo>
                  <a:pt x="703777" y="709176"/>
                  <a:pt x="692206" y="720725"/>
                  <a:pt x="677932" y="720725"/>
                </a:cubicBezTo>
                <a:cubicBezTo>
                  <a:pt x="663658" y="720725"/>
                  <a:pt x="652087" y="709176"/>
                  <a:pt x="652087" y="694928"/>
                </a:cubicBezTo>
                <a:cubicBezTo>
                  <a:pt x="652087" y="680681"/>
                  <a:pt x="663658" y="669132"/>
                  <a:pt x="677932" y="669132"/>
                </a:cubicBezTo>
                <a:cubicBezTo>
                  <a:pt x="692200" y="669125"/>
                  <a:pt x="703769" y="680663"/>
                  <a:pt x="703777" y="694903"/>
                </a:cubicBezTo>
                <a:cubicBezTo>
                  <a:pt x="703777" y="694911"/>
                  <a:pt x="703777" y="694919"/>
                  <a:pt x="703777" y="694928"/>
                </a:cubicBezTo>
                <a:close/>
                <a:moveTo>
                  <a:pt x="921484" y="694928"/>
                </a:moveTo>
                <a:cubicBezTo>
                  <a:pt x="921484" y="709176"/>
                  <a:pt x="909913" y="720725"/>
                  <a:pt x="895639" y="720725"/>
                </a:cubicBezTo>
                <a:cubicBezTo>
                  <a:pt x="881366" y="720725"/>
                  <a:pt x="869794" y="709176"/>
                  <a:pt x="869794" y="694928"/>
                </a:cubicBezTo>
                <a:cubicBezTo>
                  <a:pt x="869794" y="680681"/>
                  <a:pt x="881366" y="669132"/>
                  <a:pt x="895639" y="669132"/>
                </a:cubicBezTo>
                <a:cubicBezTo>
                  <a:pt x="909907" y="669125"/>
                  <a:pt x="921477" y="680663"/>
                  <a:pt x="921484" y="694903"/>
                </a:cubicBezTo>
                <a:cubicBezTo>
                  <a:pt x="921484" y="694911"/>
                  <a:pt x="921484" y="694919"/>
                  <a:pt x="921484" y="694928"/>
                </a:cubicBezTo>
                <a:close/>
                <a:moveTo>
                  <a:pt x="1139190" y="694928"/>
                </a:moveTo>
                <a:cubicBezTo>
                  <a:pt x="1139190" y="709176"/>
                  <a:pt x="1127619" y="720725"/>
                  <a:pt x="1113345" y="720725"/>
                </a:cubicBezTo>
                <a:cubicBezTo>
                  <a:pt x="1099071" y="720725"/>
                  <a:pt x="1087500" y="709176"/>
                  <a:pt x="1087500" y="694928"/>
                </a:cubicBezTo>
                <a:cubicBezTo>
                  <a:pt x="1087500" y="680681"/>
                  <a:pt x="1099071" y="669132"/>
                  <a:pt x="1113345" y="669132"/>
                </a:cubicBezTo>
                <a:cubicBezTo>
                  <a:pt x="1127611" y="669148"/>
                  <a:pt x="1139174" y="680688"/>
                  <a:pt x="1139190" y="694928"/>
                </a:cubicBezTo>
                <a:close/>
              </a:path>
            </a:pathLst>
          </a:custGeom>
          <a:solidFill>
            <a:srgbClr val="0D96FB"/>
          </a:solidFill>
          <a:ln/>
        </p:spPr>
      </p:sp>
      <p:sp>
        <p:nvSpPr>
          <p:cNvPr id="4" name="Text 1"/>
          <p:cNvSpPr/>
          <p:nvPr/>
        </p:nvSpPr>
        <p:spPr>
          <a:xfrm>
            <a:off x="1998980" y="827405"/>
            <a:ext cx="1139190" cy="7207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1" descr="https://kimi-img.moonshot.cn/pub/slides/slides_tmpl/image/25-09-08-13:48:46-d2v6sflnfo2stf9dkc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35" y="4652645"/>
            <a:ext cx="5304790" cy="73152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3:48:46-d2v6sflnfo2stf9dkc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875" y="3495040"/>
            <a:ext cx="5304790" cy="7315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3:48:46-d2v6sflnfo2stf9dkc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875" y="2352040"/>
            <a:ext cx="5304790" cy="73152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8-13:48:46-d2v6sflnfo2stf9dkc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35" y="3504565"/>
            <a:ext cx="5304790" cy="73152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8-13:48:46-d2v6sflnfo2stf9dkc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35" y="2374265"/>
            <a:ext cx="5304790" cy="73152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8-13:48:46-d2v6sflnfo2stf9dkckg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2753" y="2374900"/>
            <a:ext cx="708660" cy="70866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8-13:48:46-d2v6sflnfo2stf9dkckg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2753" y="3517265"/>
            <a:ext cx="708660" cy="70866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8-13:48:46-d2v6sflnfo2stf9dkckg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01093" y="2360930"/>
            <a:ext cx="708660" cy="70866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8-13:48:46-d2v6sflnfo2stf9dkckg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01093" y="3495675"/>
            <a:ext cx="708660" cy="70866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8-13:48:46-d2v6sflnfo2stf9dkckg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2753" y="4655820"/>
            <a:ext cx="708660" cy="708660"/>
          </a:xfrm>
          <a:prstGeom prst="rect">
            <a:avLst/>
          </a:prstGeom>
        </p:spPr>
      </p:pic>
      <p:sp>
        <p:nvSpPr>
          <p:cNvPr id="15" name="Shape 2"/>
          <p:cNvSpPr/>
          <p:nvPr/>
        </p:nvSpPr>
        <p:spPr>
          <a:xfrm>
            <a:off x="6299200" y="827405"/>
            <a:ext cx="1051560" cy="622300"/>
          </a:xfrm>
          <a:custGeom>
            <a:avLst/>
            <a:gdLst/>
            <a:ahLst/>
            <a:cxnLst/>
            <a:rect l="l" t="t" r="r" b="b"/>
            <a:pathLst>
              <a:path w="1051560" h="622300">
                <a:moveTo>
                  <a:pt x="46815" y="22187"/>
                </a:moveTo>
                <a:cubicBezTo>
                  <a:pt x="46815" y="34488"/>
                  <a:pt x="36134" y="44461"/>
                  <a:pt x="22958" y="44461"/>
                </a:cubicBezTo>
                <a:cubicBezTo>
                  <a:pt x="9782" y="44461"/>
                  <a:pt x="-899" y="34488"/>
                  <a:pt x="-899" y="22187"/>
                </a:cubicBezTo>
                <a:cubicBezTo>
                  <a:pt x="-899" y="9885"/>
                  <a:pt x="9782" y="-87"/>
                  <a:pt x="22958" y="-87"/>
                </a:cubicBezTo>
                <a:cubicBezTo>
                  <a:pt x="36129" y="-93"/>
                  <a:pt x="46809" y="9871"/>
                  <a:pt x="46815" y="22165"/>
                </a:cubicBezTo>
                <a:cubicBezTo>
                  <a:pt x="46815" y="22173"/>
                  <a:pt x="46815" y="22180"/>
                  <a:pt x="46815" y="22187"/>
                </a:cubicBezTo>
                <a:close/>
                <a:moveTo>
                  <a:pt x="247776" y="22187"/>
                </a:moveTo>
                <a:cubicBezTo>
                  <a:pt x="247776" y="34488"/>
                  <a:pt x="237095" y="44461"/>
                  <a:pt x="223919" y="44461"/>
                </a:cubicBezTo>
                <a:cubicBezTo>
                  <a:pt x="210744" y="44461"/>
                  <a:pt x="200062" y="34488"/>
                  <a:pt x="200062" y="22187"/>
                </a:cubicBezTo>
                <a:cubicBezTo>
                  <a:pt x="200062" y="9885"/>
                  <a:pt x="210744" y="-87"/>
                  <a:pt x="223919" y="-87"/>
                </a:cubicBezTo>
                <a:cubicBezTo>
                  <a:pt x="237087" y="-72"/>
                  <a:pt x="247761" y="9891"/>
                  <a:pt x="247776" y="22187"/>
                </a:cubicBezTo>
                <a:close/>
                <a:moveTo>
                  <a:pt x="448680" y="22187"/>
                </a:moveTo>
                <a:cubicBezTo>
                  <a:pt x="448680" y="34488"/>
                  <a:pt x="437998" y="44461"/>
                  <a:pt x="424823" y="44461"/>
                </a:cubicBezTo>
                <a:cubicBezTo>
                  <a:pt x="411647" y="44461"/>
                  <a:pt x="400966" y="34488"/>
                  <a:pt x="400966" y="22187"/>
                </a:cubicBezTo>
                <a:cubicBezTo>
                  <a:pt x="400966" y="9885"/>
                  <a:pt x="411647" y="-87"/>
                  <a:pt x="424823" y="-87"/>
                </a:cubicBezTo>
                <a:cubicBezTo>
                  <a:pt x="437993" y="-93"/>
                  <a:pt x="448673" y="9871"/>
                  <a:pt x="448680" y="22165"/>
                </a:cubicBezTo>
                <a:cubicBezTo>
                  <a:pt x="448680" y="22173"/>
                  <a:pt x="448680" y="22180"/>
                  <a:pt x="448680" y="22187"/>
                </a:cubicBezTo>
                <a:close/>
                <a:moveTo>
                  <a:pt x="649641" y="22187"/>
                </a:moveTo>
                <a:cubicBezTo>
                  <a:pt x="649641" y="34488"/>
                  <a:pt x="638960" y="44461"/>
                  <a:pt x="625784" y="44461"/>
                </a:cubicBezTo>
                <a:cubicBezTo>
                  <a:pt x="612608" y="44461"/>
                  <a:pt x="601927" y="34488"/>
                  <a:pt x="601927" y="22187"/>
                </a:cubicBezTo>
                <a:cubicBezTo>
                  <a:pt x="601927" y="9885"/>
                  <a:pt x="612608" y="-87"/>
                  <a:pt x="625784" y="-87"/>
                </a:cubicBezTo>
                <a:cubicBezTo>
                  <a:pt x="638954" y="-93"/>
                  <a:pt x="649633" y="9871"/>
                  <a:pt x="649641" y="22165"/>
                </a:cubicBezTo>
                <a:cubicBezTo>
                  <a:pt x="649641" y="22173"/>
                  <a:pt x="649641" y="22180"/>
                  <a:pt x="649641" y="22187"/>
                </a:cubicBezTo>
                <a:close/>
                <a:moveTo>
                  <a:pt x="850601" y="22187"/>
                </a:moveTo>
                <a:cubicBezTo>
                  <a:pt x="850601" y="34488"/>
                  <a:pt x="839920" y="44461"/>
                  <a:pt x="826744" y="44461"/>
                </a:cubicBezTo>
                <a:cubicBezTo>
                  <a:pt x="813569" y="44461"/>
                  <a:pt x="802887" y="34488"/>
                  <a:pt x="802887" y="22187"/>
                </a:cubicBezTo>
                <a:cubicBezTo>
                  <a:pt x="802887" y="9885"/>
                  <a:pt x="813569" y="-87"/>
                  <a:pt x="826744" y="-87"/>
                </a:cubicBezTo>
                <a:cubicBezTo>
                  <a:pt x="839914" y="-93"/>
                  <a:pt x="850594" y="9871"/>
                  <a:pt x="850601" y="22165"/>
                </a:cubicBezTo>
                <a:cubicBezTo>
                  <a:pt x="850601" y="22173"/>
                  <a:pt x="850601" y="22180"/>
                  <a:pt x="850601" y="22187"/>
                </a:cubicBezTo>
                <a:close/>
                <a:moveTo>
                  <a:pt x="1051560" y="22187"/>
                </a:moveTo>
                <a:cubicBezTo>
                  <a:pt x="1051560" y="34488"/>
                  <a:pt x="1040879" y="44461"/>
                  <a:pt x="1027703" y="44461"/>
                </a:cubicBezTo>
                <a:cubicBezTo>
                  <a:pt x="1014527" y="44461"/>
                  <a:pt x="1003846" y="34488"/>
                  <a:pt x="1003846" y="22187"/>
                </a:cubicBezTo>
                <a:cubicBezTo>
                  <a:pt x="1003846" y="9885"/>
                  <a:pt x="1014527" y="-87"/>
                  <a:pt x="1027703" y="-87"/>
                </a:cubicBezTo>
                <a:cubicBezTo>
                  <a:pt x="1040872" y="-72"/>
                  <a:pt x="1051545" y="9891"/>
                  <a:pt x="1051560" y="22187"/>
                </a:cubicBezTo>
                <a:close/>
                <a:moveTo>
                  <a:pt x="46815" y="166647"/>
                </a:moveTo>
                <a:cubicBezTo>
                  <a:pt x="46815" y="178948"/>
                  <a:pt x="36134" y="188920"/>
                  <a:pt x="22958" y="188920"/>
                </a:cubicBezTo>
                <a:cubicBezTo>
                  <a:pt x="9782" y="188920"/>
                  <a:pt x="-899" y="178948"/>
                  <a:pt x="-899" y="166647"/>
                </a:cubicBezTo>
                <a:cubicBezTo>
                  <a:pt x="-899" y="154345"/>
                  <a:pt x="9782" y="144373"/>
                  <a:pt x="22958" y="144373"/>
                </a:cubicBezTo>
                <a:cubicBezTo>
                  <a:pt x="36129" y="144367"/>
                  <a:pt x="46809" y="154331"/>
                  <a:pt x="46815" y="166626"/>
                </a:cubicBezTo>
                <a:cubicBezTo>
                  <a:pt x="46815" y="166633"/>
                  <a:pt x="46815" y="166640"/>
                  <a:pt x="46815" y="166647"/>
                </a:cubicBezTo>
                <a:close/>
                <a:moveTo>
                  <a:pt x="247776" y="166647"/>
                </a:moveTo>
                <a:cubicBezTo>
                  <a:pt x="247776" y="178948"/>
                  <a:pt x="237095" y="188920"/>
                  <a:pt x="223919" y="188920"/>
                </a:cubicBezTo>
                <a:cubicBezTo>
                  <a:pt x="210744" y="188920"/>
                  <a:pt x="200062" y="178948"/>
                  <a:pt x="200062" y="166647"/>
                </a:cubicBezTo>
                <a:cubicBezTo>
                  <a:pt x="200062" y="154345"/>
                  <a:pt x="210744" y="144373"/>
                  <a:pt x="223919" y="144373"/>
                </a:cubicBezTo>
                <a:cubicBezTo>
                  <a:pt x="237087" y="144388"/>
                  <a:pt x="247761" y="154351"/>
                  <a:pt x="247776" y="166647"/>
                </a:cubicBezTo>
                <a:close/>
                <a:moveTo>
                  <a:pt x="448680" y="166647"/>
                </a:moveTo>
                <a:cubicBezTo>
                  <a:pt x="448680" y="178948"/>
                  <a:pt x="437998" y="188920"/>
                  <a:pt x="424823" y="188920"/>
                </a:cubicBezTo>
                <a:cubicBezTo>
                  <a:pt x="411647" y="188920"/>
                  <a:pt x="400966" y="178948"/>
                  <a:pt x="400966" y="166647"/>
                </a:cubicBezTo>
                <a:cubicBezTo>
                  <a:pt x="400966" y="154345"/>
                  <a:pt x="411647" y="144373"/>
                  <a:pt x="424823" y="144373"/>
                </a:cubicBezTo>
                <a:cubicBezTo>
                  <a:pt x="437993" y="144367"/>
                  <a:pt x="448673" y="154331"/>
                  <a:pt x="448680" y="166626"/>
                </a:cubicBezTo>
                <a:cubicBezTo>
                  <a:pt x="448680" y="166633"/>
                  <a:pt x="448680" y="166640"/>
                  <a:pt x="448680" y="166647"/>
                </a:cubicBezTo>
                <a:close/>
                <a:moveTo>
                  <a:pt x="649641" y="166647"/>
                </a:moveTo>
                <a:cubicBezTo>
                  <a:pt x="649641" y="178948"/>
                  <a:pt x="638960" y="188920"/>
                  <a:pt x="625784" y="188920"/>
                </a:cubicBezTo>
                <a:cubicBezTo>
                  <a:pt x="612608" y="188920"/>
                  <a:pt x="601927" y="178948"/>
                  <a:pt x="601927" y="166647"/>
                </a:cubicBezTo>
                <a:cubicBezTo>
                  <a:pt x="601927" y="154345"/>
                  <a:pt x="612608" y="144373"/>
                  <a:pt x="625784" y="144373"/>
                </a:cubicBezTo>
                <a:cubicBezTo>
                  <a:pt x="638954" y="144367"/>
                  <a:pt x="649633" y="154331"/>
                  <a:pt x="649641" y="166626"/>
                </a:cubicBezTo>
                <a:cubicBezTo>
                  <a:pt x="649641" y="166633"/>
                  <a:pt x="649641" y="166640"/>
                  <a:pt x="649641" y="166647"/>
                </a:cubicBezTo>
                <a:close/>
                <a:moveTo>
                  <a:pt x="850601" y="166647"/>
                </a:moveTo>
                <a:cubicBezTo>
                  <a:pt x="850601" y="178948"/>
                  <a:pt x="839920" y="188920"/>
                  <a:pt x="826744" y="188920"/>
                </a:cubicBezTo>
                <a:cubicBezTo>
                  <a:pt x="813569" y="188920"/>
                  <a:pt x="802887" y="178948"/>
                  <a:pt x="802887" y="166647"/>
                </a:cubicBezTo>
                <a:cubicBezTo>
                  <a:pt x="802887" y="154345"/>
                  <a:pt x="813569" y="144373"/>
                  <a:pt x="826744" y="144373"/>
                </a:cubicBezTo>
                <a:cubicBezTo>
                  <a:pt x="839914" y="144367"/>
                  <a:pt x="850594" y="154331"/>
                  <a:pt x="850601" y="166626"/>
                </a:cubicBezTo>
                <a:cubicBezTo>
                  <a:pt x="850601" y="166633"/>
                  <a:pt x="850601" y="166640"/>
                  <a:pt x="850601" y="166647"/>
                </a:cubicBezTo>
                <a:close/>
                <a:moveTo>
                  <a:pt x="1051560" y="166647"/>
                </a:moveTo>
                <a:cubicBezTo>
                  <a:pt x="1051560" y="178948"/>
                  <a:pt x="1040879" y="188920"/>
                  <a:pt x="1027703" y="188920"/>
                </a:cubicBezTo>
                <a:cubicBezTo>
                  <a:pt x="1014527" y="188920"/>
                  <a:pt x="1003846" y="178948"/>
                  <a:pt x="1003846" y="166647"/>
                </a:cubicBezTo>
                <a:cubicBezTo>
                  <a:pt x="1003846" y="154345"/>
                  <a:pt x="1014527" y="144373"/>
                  <a:pt x="1027703" y="144373"/>
                </a:cubicBezTo>
                <a:cubicBezTo>
                  <a:pt x="1040872" y="144388"/>
                  <a:pt x="1051545" y="154351"/>
                  <a:pt x="1051560" y="166647"/>
                </a:cubicBezTo>
                <a:close/>
                <a:moveTo>
                  <a:pt x="46815" y="311107"/>
                </a:moveTo>
                <a:cubicBezTo>
                  <a:pt x="46815" y="323408"/>
                  <a:pt x="36134" y="333380"/>
                  <a:pt x="22958" y="333380"/>
                </a:cubicBezTo>
                <a:cubicBezTo>
                  <a:pt x="9782" y="333380"/>
                  <a:pt x="-899" y="323408"/>
                  <a:pt x="-899" y="311107"/>
                </a:cubicBezTo>
                <a:cubicBezTo>
                  <a:pt x="-899" y="298805"/>
                  <a:pt x="9782" y="288833"/>
                  <a:pt x="22958" y="288833"/>
                </a:cubicBezTo>
                <a:cubicBezTo>
                  <a:pt x="36129" y="288827"/>
                  <a:pt x="46809" y="298789"/>
                  <a:pt x="46815" y="311085"/>
                </a:cubicBezTo>
                <a:cubicBezTo>
                  <a:pt x="46815" y="311092"/>
                  <a:pt x="46815" y="311100"/>
                  <a:pt x="46815" y="311107"/>
                </a:cubicBezTo>
                <a:close/>
                <a:moveTo>
                  <a:pt x="247776" y="311107"/>
                </a:moveTo>
                <a:cubicBezTo>
                  <a:pt x="247776" y="323408"/>
                  <a:pt x="237095" y="333380"/>
                  <a:pt x="223919" y="333380"/>
                </a:cubicBezTo>
                <a:cubicBezTo>
                  <a:pt x="210744" y="333380"/>
                  <a:pt x="200062" y="323408"/>
                  <a:pt x="200062" y="311107"/>
                </a:cubicBezTo>
                <a:cubicBezTo>
                  <a:pt x="200062" y="298805"/>
                  <a:pt x="210744" y="288833"/>
                  <a:pt x="223919" y="288833"/>
                </a:cubicBezTo>
                <a:cubicBezTo>
                  <a:pt x="237087" y="288847"/>
                  <a:pt x="247761" y="298811"/>
                  <a:pt x="247776" y="311107"/>
                </a:cubicBezTo>
                <a:close/>
                <a:moveTo>
                  <a:pt x="448680" y="311107"/>
                </a:moveTo>
                <a:cubicBezTo>
                  <a:pt x="448680" y="323408"/>
                  <a:pt x="437998" y="333380"/>
                  <a:pt x="424823" y="333380"/>
                </a:cubicBezTo>
                <a:cubicBezTo>
                  <a:pt x="411647" y="333380"/>
                  <a:pt x="400966" y="323408"/>
                  <a:pt x="400966" y="311107"/>
                </a:cubicBezTo>
                <a:cubicBezTo>
                  <a:pt x="400966" y="298805"/>
                  <a:pt x="411647" y="288833"/>
                  <a:pt x="424823" y="288833"/>
                </a:cubicBezTo>
                <a:cubicBezTo>
                  <a:pt x="437993" y="288827"/>
                  <a:pt x="448673" y="298789"/>
                  <a:pt x="448680" y="311085"/>
                </a:cubicBezTo>
                <a:cubicBezTo>
                  <a:pt x="448680" y="311092"/>
                  <a:pt x="448680" y="311100"/>
                  <a:pt x="448680" y="311107"/>
                </a:cubicBezTo>
                <a:close/>
                <a:moveTo>
                  <a:pt x="649641" y="311107"/>
                </a:moveTo>
                <a:cubicBezTo>
                  <a:pt x="649641" y="323408"/>
                  <a:pt x="638960" y="333380"/>
                  <a:pt x="625784" y="333380"/>
                </a:cubicBezTo>
                <a:cubicBezTo>
                  <a:pt x="612608" y="333380"/>
                  <a:pt x="601927" y="323408"/>
                  <a:pt x="601927" y="311107"/>
                </a:cubicBezTo>
                <a:cubicBezTo>
                  <a:pt x="601927" y="298805"/>
                  <a:pt x="612608" y="288833"/>
                  <a:pt x="625784" y="288833"/>
                </a:cubicBezTo>
                <a:cubicBezTo>
                  <a:pt x="638954" y="288827"/>
                  <a:pt x="649633" y="298789"/>
                  <a:pt x="649641" y="311085"/>
                </a:cubicBezTo>
                <a:cubicBezTo>
                  <a:pt x="649641" y="311092"/>
                  <a:pt x="649641" y="311100"/>
                  <a:pt x="649641" y="311107"/>
                </a:cubicBezTo>
                <a:close/>
                <a:moveTo>
                  <a:pt x="850601" y="311107"/>
                </a:moveTo>
                <a:cubicBezTo>
                  <a:pt x="850601" y="323408"/>
                  <a:pt x="839920" y="333380"/>
                  <a:pt x="826744" y="333380"/>
                </a:cubicBezTo>
                <a:cubicBezTo>
                  <a:pt x="813569" y="333380"/>
                  <a:pt x="802887" y="323408"/>
                  <a:pt x="802887" y="311107"/>
                </a:cubicBezTo>
                <a:cubicBezTo>
                  <a:pt x="802887" y="298805"/>
                  <a:pt x="813569" y="288833"/>
                  <a:pt x="826744" y="288833"/>
                </a:cubicBezTo>
                <a:cubicBezTo>
                  <a:pt x="839914" y="288827"/>
                  <a:pt x="850594" y="298789"/>
                  <a:pt x="850601" y="311085"/>
                </a:cubicBezTo>
                <a:cubicBezTo>
                  <a:pt x="850601" y="311092"/>
                  <a:pt x="850601" y="311100"/>
                  <a:pt x="850601" y="311107"/>
                </a:cubicBezTo>
                <a:close/>
                <a:moveTo>
                  <a:pt x="1051560" y="311107"/>
                </a:moveTo>
                <a:cubicBezTo>
                  <a:pt x="1051560" y="323408"/>
                  <a:pt x="1040879" y="333380"/>
                  <a:pt x="1027703" y="333380"/>
                </a:cubicBezTo>
                <a:cubicBezTo>
                  <a:pt x="1014527" y="333380"/>
                  <a:pt x="1003846" y="323408"/>
                  <a:pt x="1003846" y="311107"/>
                </a:cubicBezTo>
                <a:cubicBezTo>
                  <a:pt x="1003846" y="298805"/>
                  <a:pt x="1014527" y="288833"/>
                  <a:pt x="1027703" y="288833"/>
                </a:cubicBezTo>
                <a:cubicBezTo>
                  <a:pt x="1040872" y="288847"/>
                  <a:pt x="1051545" y="298811"/>
                  <a:pt x="1051560" y="311107"/>
                </a:cubicBezTo>
                <a:close/>
                <a:moveTo>
                  <a:pt x="46815" y="455566"/>
                </a:moveTo>
                <a:cubicBezTo>
                  <a:pt x="46815" y="467868"/>
                  <a:pt x="36134" y="477840"/>
                  <a:pt x="22958" y="477840"/>
                </a:cubicBezTo>
                <a:cubicBezTo>
                  <a:pt x="9782" y="477840"/>
                  <a:pt x="-899" y="467868"/>
                  <a:pt x="-899" y="455566"/>
                </a:cubicBezTo>
                <a:cubicBezTo>
                  <a:pt x="-899" y="443265"/>
                  <a:pt x="9782" y="433293"/>
                  <a:pt x="22958" y="433293"/>
                </a:cubicBezTo>
                <a:cubicBezTo>
                  <a:pt x="36129" y="433287"/>
                  <a:pt x="46809" y="443249"/>
                  <a:pt x="46815" y="455545"/>
                </a:cubicBezTo>
                <a:cubicBezTo>
                  <a:pt x="46815" y="455553"/>
                  <a:pt x="46815" y="455560"/>
                  <a:pt x="46815" y="455566"/>
                </a:cubicBezTo>
                <a:close/>
                <a:moveTo>
                  <a:pt x="247776" y="455566"/>
                </a:moveTo>
                <a:cubicBezTo>
                  <a:pt x="247776" y="467868"/>
                  <a:pt x="237095" y="477840"/>
                  <a:pt x="223919" y="477840"/>
                </a:cubicBezTo>
                <a:cubicBezTo>
                  <a:pt x="210744" y="477840"/>
                  <a:pt x="200062" y="467868"/>
                  <a:pt x="200062" y="455566"/>
                </a:cubicBezTo>
                <a:cubicBezTo>
                  <a:pt x="200062" y="443265"/>
                  <a:pt x="210744" y="433293"/>
                  <a:pt x="223919" y="433293"/>
                </a:cubicBezTo>
                <a:cubicBezTo>
                  <a:pt x="237087" y="433307"/>
                  <a:pt x="247761" y="443271"/>
                  <a:pt x="247776" y="455566"/>
                </a:cubicBezTo>
                <a:close/>
                <a:moveTo>
                  <a:pt x="448680" y="455566"/>
                </a:moveTo>
                <a:cubicBezTo>
                  <a:pt x="448680" y="467868"/>
                  <a:pt x="437998" y="477840"/>
                  <a:pt x="424823" y="477840"/>
                </a:cubicBezTo>
                <a:cubicBezTo>
                  <a:pt x="411647" y="477840"/>
                  <a:pt x="400966" y="467868"/>
                  <a:pt x="400966" y="455566"/>
                </a:cubicBezTo>
                <a:cubicBezTo>
                  <a:pt x="400966" y="443265"/>
                  <a:pt x="411647" y="433293"/>
                  <a:pt x="424823" y="433293"/>
                </a:cubicBezTo>
                <a:cubicBezTo>
                  <a:pt x="437993" y="433287"/>
                  <a:pt x="448673" y="443249"/>
                  <a:pt x="448680" y="455545"/>
                </a:cubicBezTo>
                <a:cubicBezTo>
                  <a:pt x="448680" y="455553"/>
                  <a:pt x="448680" y="455560"/>
                  <a:pt x="448680" y="455566"/>
                </a:cubicBezTo>
                <a:close/>
                <a:moveTo>
                  <a:pt x="649641" y="455566"/>
                </a:moveTo>
                <a:cubicBezTo>
                  <a:pt x="649641" y="467868"/>
                  <a:pt x="638960" y="477840"/>
                  <a:pt x="625784" y="477840"/>
                </a:cubicBezTo>
                <a:cubicBezTo>
                  <a:pt x="612608" y="477840"/>
                  <a:pt x="601927" y="467868"/>
                  <a:pt x="601927" y="455566"/>
                </a:cubicBezTo>
                <a:cubicBezTo>
                  <a:pt x="601927" y="443265"/>
                  <a:pt x="612608" y="433293"/>
                  <a:pt x="625784" y="433293"/>
                </a:cubicBezTo>
                <a:cubicBezTo>
                  <a:pt x="638954" y="433287"/>
                  <a:pt x="649633" y="443249"/>
                  <a:pt x="649641" y="455545"/>
                </a:cubicBezTo>
                <a:cubicBezTo>
                  <a:pt x="649641" y="455553"/>
                  <a:pt x="649641" y="455560"/>
                  <a:pt x="649641" y="455566"/>
                </a:cubicBezTo>
                <a:close/>
                <a:moveTo>
                  <a:pt x="850601" y="455566"/>
                </a:moveTo>
                <a:cubicBezTo>
                  <a:pt x="850601" y="467868"/>
                  <a:pt x="839920" y="477840"/>
                  <a:pt x="826744" y="477840"/>
                </a:cubicBezTo>
                <a:cubicBezTo>
                  <a:pt x="813569" y="477840"/>
                  <a:pt x="802887" y="467868"/>
                  <a:pt x="802887" y="455566"/>
                </a:cubicBezTo>
                <a:cubicBezTo>
                  <a:pt x="802887" y="443265"/>
                  <a:pt x="813569" y="433293"/>
                  <a:pt x="826744" y="433293"/>
                </a:cubicBezTo>
                <a:cubicBezTo>
                  <a:pt x="839914" y="433287"/>
                  <a:pt x="850594" y="443249"/>
                  <a:pt x="850601" y="455545"/>
                </a:cubicBezTo>
                <a:cubicBezTo>
                  <a:pt x="850601" y="455553"/>
                  <a:pt x="850601" y="455560"/>
                  <a:pt x="850601" y="455566"/>
                </a:cubicBezTo>
                <a:close/>
                <a:moveTo>
                  <a:pt x="1051560" y="455566"/>
                </a:moveTo>
                <a:cubicBezTo>
                  <a:pt x="1051560" y="467868"/>
                  <a:pt x="1040879" y="477840"/>
                  <a:pt x="1027703" y="477840"/>
                </a:cubicBezTo>
                <a:cubicBezTo>
                  <a:pt x="1014527" y="477840"/>
                  <a:pt x="1003846" y="467868"/>
                  <a:pt x="1003846" y="455566"/>
                </a:cubicBezTo>
                <a:cubicBezTo>
                  <a:pt x="1003846" y="443265"/>
                  <a:pt x="1014527" y="433293"/>
                  <a:pt x="1027703" y="433293"/>
                </a:cubicBezTo>
                <a:cubicBezTo>
                  <a:pt x="1040872" y="433307"/>
                  <a:pt x="1051545" y="443271"/>
                  <a:pt x="1051560" y="455566"/>
                </a:cubicBezTo>
                <a:close/>
                <a:moveTo>
                  <a:pt x="46815" y="600026"/>
                </a:moveTo>
                <a:cubicBezTo>
                  <a:pt x="46815" y="612328"/>
                  <a:pt x="36134" y="622300"/>
                  <a:pt x="22958" y="622300"/>
                </a:cubicBezTo>
                <a:cubicBezTo>
                  <a:pt x="9782" y="622300"/>
                  <a:pt x="-899" y="612328"/>
                  <a:pt x="-899" y="600026"/>
                </a:cubicBezTo>
                <a:cubicBezTo>
                  <a:pt x="-899" y="587725"/>
                  <a:pt x="9782" y="577752"/>
                  <a:pt x="22958" y="577752"/>
                </a:cubicBezTo>
                <a:cubicBezTo>
                  <a:pt x="36129" y="577746"/>
                  <a:pt x="46809" y="587709"/>
                  <a:pt x="46815" y="600005"/>
                </a:cubicBezTo>
                <a:cubicBezTo>
                  <a:pt x="46815" y="600012"/>
                  <a:pt x="46815" y="600018"/>
                  <a:pt x="46815" y="600026"/>
                </a:cubicBezTo>
                <a:close/>
                <a:moveTo>
                  <a:pt x="247776" y="600026"/>
                </a:moveTo>
                <a:cubicBezTo>
                  <a:pt x="247776" y="612328"/>
                  <a:pt x="237095" y="622300"/>
                  <a:pt x="223919" y="622300"/>
                </a:cubicBezTo>
                <a:cubicBezTo>
                  <a:pt x="210744" y="622300"/>
                  <a:pt x="200062" y="612328"/>
                  <a:pt x="200062" y="600026"/>
                </a:cubicBezTo>
                <a:cubicBezTo>
                  <a:pt x="200062" y="587725"/>
                  <a:pt x="210744" y="577752"/>
                  <a:pt x="223919" y="577752"/>
                </a:cubicBezTo>
                <a:cubicBezTo>
                  <a:pt x="237087" y="577766"/>
                  <a:pt x="247761" y="587731"/>
                  <a:pt x="247776" y="600026"/>
                </a:cubicBezTo>
                <a:close/>
                <a:moveTo>
                  <a:pt x="448680" y="600026"/>
                </a:moveTo>
                <a:cubicBezTo>
                  <a:pt x="448680" y="612328"/>
                  <a:pt x="437998" y="622300"/>
                  <a:pt x="424823" y="622300"/>
                </a:cubicBezTo>
                <a:cubicBezTo>
                  <a:pt x="411647" y="622300"/>
                  <a:pt x="400966" y="612328"/>
                  <a:pt x="400966" y="600026"/>
                </a:cubicBezTo>
                <a:cubicBezTo>
                  <a:pt x="400966" y="587725"/>
                  <a:pt x="411647" y="577752"/>
                  <a:pt x="424823" y="577752"/>
                </a:cubicBezTo>
                <a:cubicBezTo>
                  <a:pt x="437993" y="577746"/>
                  <a:pt x="448673" y="587709"/>
                  <a:pt x="448680" y="600005"/>
                </a:cubicBezTo>
                <a:cubicBezTo>
                  <a:pt x="448680" y="600012"/>
                  <a:pt x="448680" y="600018"/>
                  <a:pt x="448680" y="600026"/>
                </a:cubicBezTo>
                <a:close/>
                <a:moveTo>
                  <a:pt x="649641" y="600026"/>
                </a:moveTo>
                <a:cubicBezTo>
                  <a:pt x="649641" y="612328"/>
                  <a:pt x="638960" y="622300"/>
                  <a:pt x="625784" y="622300"/>
                </a:cubicBezTo>
                <a:cubicBezTo>
                  <a:pt x="612608" y="622300"/>
                  <a:pt x="601927" y="612328"/>
                  <a:pt x="601927" y="600026"/>
                </a:cubicBezTo>
                <a:cubicBezTo>
                  <a:pt x="601927" y="587725"/>
                  <a:pt x="612608" y="577752"/>
                  <a:pt x="625784" y="577752"/>
                </a:cubicBezTo>
                <a:cubicBezTo>
                  <a:pt x="638954" y="577746"/>
                  <a:pt x="649633" y="587709"/>
                  <a:pt x="649641" y="600005"/>
                </a:cubicBezTo>
                <a:cubicBezTo>
                  <a:pt x="649641" y="600012"/>
                  <a:pt x="649641" y="600018"/>
                  <a:pt x="649641" y="600026"/>
                </a:cubicBezTo>
                <a:close/>
                <a:moveTo>
                  <a:pt x="850601" y="600026"/>
                </a:moveTo>
                <a:cubicBezTo>
                  <a:pt x="850601" y="612328"/>
                  <a:pt x="839920" y="622300"/>
                  <a:pt x="826744" y="622300"/>
                </a:cubicBezTo>
                <a:cubicBezTo>
                  <a:pt x="813569" y="622300"/>
                  <a:pt x="802887" y="612328"/>
                  <a:pt x="802887" y="600026"/>
                </a:cubicBezTo>
                <a:cubicBezTo>
                  <a:pt x="802887" y="587725"/>
                  <a:pt x="813569" y="577752"/>
                  <a:pt x="826744" y="577752"/>
                </a:cubicBezTo>
                <a:cubicBezTo>
                  <a:pt x="839914" y="577746"/>
                  <a:pt x="850594" y="587709"/>
                  <a:pt x="850601" y="600005"/>
                </a:cubicBezTo>
                <a:cubicBezTo>
                  <a:pt x="850601" y="600012"/>
                  <a:pt x="850601" y="600018"/>
                  <a:pt x="850601" y="600026"/>
                </a:cubicBezTo>
                <a:close/>
                <a:moveTo>
                  <a:pt x="1051560" y="600026"/>
                </a:moveTo>
                <a:cubicBezTo>
                  <a:pt x="1051560" y="612328"/>
                  <a:pt x="1040879" y="622300"/>
                  <a:pt x="1027703" y="622300"/>
                </a:cubicBezTo>
                <a:cubicBezTo>
                  <a:pt x="1014527" y="622300"/>
                  <a:pt x="1003846" y="612328"/>
                  <a:pt x="1003846" y="600026"/>
                </a:cubicBezTo>
                <a:cubicBezTo>
                  <a:pt x="1003846" y="587725"/>
                  <a:pt x="1014527" y="577752"/>
                  <a:pt x="1027703" y="577752"/>
                </a:cubicBezTo>
                <a:cubicBezTo>
                  <a:pt x="1040872" y="577766"/>
                  <a:pt x="1051545" y="587731"/>
                  <a:pt x="1051560" y="60002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3"/>
          <p:cNvSpPr/>
          <p:nvPr/>
        </p:nvSpPr>
        <p:spPr>
          <a:xfrm>
            <a:off x="6299200" y="827405"/>
            <a:ext cx="1051560" cy="6223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4"/>
          <p:cNvSpPr/>
          <p:nvPr/>
        </p:nvSpPr>
        <p:spPr>
          <a:xfrm>
            <a:off x="4476115" y="1174750"/>
            <a:ext cx="3239135" cy="920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18" name="Text 5"/>
          <p:cNvSpPr/>
          <p:nvPr/>
        </p:nvSpPr>
        <p:spPr>
          <a:xfrm>
            <a:off x="3431540" y="595630"/>
            <a:ext cx="5328920" cy="48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19" name="Image 11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6"/>
          <a:srcRect t="3182" b="3182"/>
          <a:stretch/>
        </p:blipFill>
        <p:spPr>
          <a:xfrm rot="3660000">
            <a:off x="9402445" y="916305"/>
            <a:ext cx="1581785" cy="1440815"/>
          </a:xfrm>
          <a:prstGeom prst="rect">
            <a:avLst/>
          </a:prstGeom>
        </p:spPr>
      </p:pic>
      <p:pic>
        <p:nvPicPr>
          <p:cNvPr id="20" name="Image 12" descr="https://kimi-img.moonshot.cn/pub/slides/slides_tmpl/image/25-09-08-13:48:46-d2v6sflnfo2stf9dkc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130" y="4655820"/>
            <a:ext cx="5304790" cy="731520"/>
          </a:xfrm>
          <a:prstGeom prst="rect">
            <a:avLst/>
          </a:prstGeom>
        </p:spPr>
      </p:pic>
      <p:pic>
        <p:nvPicPr>
          <p:cNvPr id="21" name="Image 13" descr="https://kimi-img.moonshot.cn/pub/slides/slides_tmpl/image/25-09-08-13:48:46-d2v6sflnfo2stf9dkckg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09348" y="4658995"/>
            <a:ext cx="708660" cy="708660"/>
          </a:xfrm>
          <a:prstGeom prst="rect">
            <a:avLst/>
          </a:prstGeom>
        </p:spPr>
      </p:pic>
      <p:pic>
        <p:nvPicPr>
          <p:cNvPr id="22" name="Image 14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6"/>
          <a:srcRect t="3182" b="3182"/>
          <a:stretch/>
        </p:blipFill>
        <p:spPr>
          <a:xfrm rot="7140000">
            <a:off x="939165" y="5527675"/>
            <a:ext cx="788670" cy="718185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367665" y="2455545"/>
            <a:ext cx="838835" cy="48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7"/>
          <p:cNvSpPr/>
          <p:nvPr/>
        </p:nvSpPr>
        <p:spPr>
          <a:xfrm>
            <a:off x="1376045" y="2562225"/>
            <a:ext cx="453644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研究背景</a:t>
            </a:r>
            <a:endParaRPr lang="en-US" sz="1600" dirty="0"/>
          </a:p>
        </p:txBody>
      </p:sp>
      <p:sp>
        <p:nvSpPr>
          <p:cNvPr id="25" name="Text 8"/>
          <p:cNvSpPr/>
          <p:nvPr/>
        </p:nvSpPr>
        <p:spPr>
          <a:xfrm>
            <a:off x="6136005" y="2441575"/>
            <a:ext cx="838835" cy="48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9"/>
          <p:cNvSpPr/>
          <p:nvPr/>
        </p:nvSpPr>
        <p:spPr>
          <a:xfrm>
            <a:off x="7144385" y="2523490"/>
            <a:ext cx="453644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目标与内容</a:t>
            </a:r>
            <a:endParaRPr lang="en-US" sz="1600" dirty="0"/>
          </a:p>
        </p:txBody>
      </p:sp>
      <p:sp>
        <p:nvSpPr>
          <p:cNvPr id="27" name="Text 10"/>
          <p:cNvSpPr/>
          <p:nvPr/>
        </p:nvSpPr>
        <p:spPr>
          <a:xfrm>
            <a:off x="367665" y="3597910"/>
            <a:ext cx="838835" cy="48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11"/>
          <p:cNvSpPr/>
          <p:nvPr/>
        </p:nvSpPr>
        <p:spPr>
          <a:xfrm>
            <a:off x="1376045" y="3709035"/>
            <a:ext cx="453644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方案设计</a:t>
            </a:r>
            <a:endParaRPr lang="en-US" sz="1600" dirty="0"/>
          </a:p>
        </p:txBody>
      </p:sp>
      <p:sp>
        <p:nvSpPr>
          <p:cNvPr id="29" name="Text 12"/>
          <p:cNvSpPr/>
          <p:nvPr/>
        </p:nvSpPr>
        <p:spPr>
          <a:xfrm>
            <a:off x="6136005" y="3576320"/>
            <a:ext cx="838835" cy="48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13"/>
          <p:cNvSpPr/>
          <p:nvPr/>
        </p:nvSpPr>
        <p:spPr>
          <a:xfrm>
            <a:off x="7144385" y="3702685"/>
            <a:ext cx="453644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创新提炼</a:t>
            </a:r>
            <a:endParaRPr lang="en-US" sz="1600" dirty="0"/>
          </a:p>
        </p:txBody>
      </p:sp>
      <p:sp>
        <p:nvSpPr>
          <p:cNvPr id="31" name="Text 14"/>
          <p:cNvSpPr/>
          <p:nvPr/>
        </p:nvSpPr>
        <p:spPr>
          <a:xfrm>
            <a:off x="367665" y="4736465"/>
            <a:ext cx="838835" cy="48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15"/>
          <p:cNvSpPr/>
          <p:nvPr/>
        </p:nvSpPr>
        <p:spPr>
          <a:xfrm>
            <a:off x="1376045" y="4872355"/>
            <a:ext cx="453644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进度与成果</a:t>
            </a:r>
            <a:endParaRPr lang="en-US" sz="1600" dirty="0"/>
          </a:p>
        </p:txBody>
      </p:sp>
      <p:sp>
        <p:nvSpPr>
          <p:cNvPr id="33" name="Text 16"/>
          <p:cNvSpPr/>
          <p:nvPr/>
        </p:nvSpPr>
        <p:spPr>
          <a:xfrm>
            <a:off x="6144260" y="4739640"/>
            <a:ext cx="838835" cy="48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17"/>
          <p:cNvSpPr/>
          <p:nvPr/>
        </p:nvSpPr>
        <p:spPr>
          <a:xfrm>
            <a:off x="7152640" y="4875530"/>
            <a:ext cx="453644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总结致谢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9-d2v6sgdnfo2stf9dkco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5"/>
          <a:srcRect t="3182" b="3182"/>
          <a:stretch/>
        </p:blipFill>
        <p:spPr>
          <a:xfrm rot="3660000">
            <a:off x="866140" y="1471930"/>
            <a:ext cx="1496060" cy="13627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0724515" y="549275"/>
            <a:ext cx="919480" cy="619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2" descr="https://kimi-img.moonshot.cn/pub/slides/slides_tmpl/image/25-09-08-13:48:51-d2v6sgtnfo2stf9dkcp0.png"/>
          <p:cNvPicPr>
            <a:picLocks noChangeAspect="1"/>
          </p:cNvPicPr>
          <p:nvPr/>
        </p:nvPicPr>
        <p:blipFill>
          <a:blip r:embed="rId6"/>
          <a:srcRect b="6067"/>
          <a:stretch/>
        </p:blipFill>
        <p:spPr>
          <a:xfrm>
            <a:off x="1779905" y="811530"/>
            <a:ext cx="9013825" cy="604647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490720" y="1254125"/>
            <a:ext cx="3592195" cy="1460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197D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096385" y="2736850"/>
            <a:ext cx="4133215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 err="1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研究背景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5"/>
          <a:srcRect t="3182" b="3182"/>
          <a:stretch/>
        </p:blipFill>
        <p:spPr>
          <a:xfrm rot="3660000">
            <a:off x="9911080" y="3326130"/>
            <a:ext cx="1117600" cy="101790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60425" y="4230370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5"/>
          <p:cNvSpPr/>
          <p:nvPr/>
        </p:nvSpPr>
        <p:spPr>
          <a:xfrm>
            <a:off x="860425" y="4230370"/>
            <a:ext cx="919480" cy="619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8-d2v6sg5nfo2stf9dkc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5240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0F52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AI+教育浪潮下的编程痛点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4000" y="21844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5DAD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国家倡议与现实挑战的交汇点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1000" y="3073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8798" y="9376"/>
                </a:moveTo>
                <a:cubicBezTo>
                  <a:pt x="234504" y="11906"/>
                  <a:pt x="238125" y="17562"/>
                  <a:pt x="238125" y="23812"/>
                </a:cubicBezTo>
                <a:lnTo>
                  <a:pt x="238125" y="230188"/>
                </a:lnTo>
                <a:cubicBezTo>
                  <a:pt x="238125" y="236438"/>
                  <a:pt x="234504" y="242094"/>
                  <a:pt x="228798" y="244624"/>
                </a:cubicBezTo>
                <a:cubicBezTo>
                  <a:pt x="223093" y="247154"/>
                  <a:pt x="216495" y="246211"/>
                  <a:pt x="211782" y="242094"/>
                </a:cubicBezTo>
                <a:lnTo>
                  <a:pt x="188664" y="221903"/>
                </a:lnTo>
                <a:cubicBezTo>
                  <a:pt x="167035" y="203002"/>
                  <a:pt x="139700" y="191988"/>
                  <a:pt x="111075" y="190649"/>
                </a:cubicBezTo>
                <a:lnTo>
                  <a:pt x="111075" y="238125"/>
                </a:lnTo>
                <a:cubicBezTo>
                  <a:pt x="111075" y="246906"/>
                  <a:pt x="103981" y="254000"/>
                  <a:pt x="95200" y="254000"/>
                </a:cubicBezTo>
                <a:lnTo>
                  <a:pt x="79325" y="254000"/>
                </a:lnTo>
                <a:cubicBezTo>
                  <a:pt x="70545" y="254000"/>
                  <a:pt x="63450" y="246906"/>
                  <a:pt x="63450" y="238125"/>
                </a:cubicBezTo>
                <a:lnTo>
                  <a:pt x="63450" y="190500"/>
                </a:lnTo>
                <a:cubicBezTo>
                  <a:pt x="28426" y="190500"/>
                  <a:pt x="0" y="162074"/>
                  <a:pt x="0" y="127000"/>
                </a:cubicBezTo>
                <a:cubicBezTo>
                  <a:pt x="0" y="91926"/>
                  <a:pt x="28426" y="63500"/>
                  <a:pt x="63500" y="63500"/>
                </a:cubicBezTo>
                <a:lnTo>
                  <a:pt x="105420" y="63500"/>
                </a:lnTo>
                <a:cubicBezTo>
                  <a:pt x="136079" y="63401"/>
                  <a:pt x="165646" y="52239"/>
                  <a:pt x="188714" y="32097"/>
                </a:cubicBezTo>
                <a:lnTo>
                  <a:pt x="211832" y="11906"/>
                </a:lnTo>
                <a:cubicBezTo>
                  <a:pt x="216495" y="7789"/>
                  <a:pt x="223193" y="6846"/>
                  <a:pt x="228848" y="9376"/>
                </a:cubicBezTo>
                <a:close/>
                <a:moveTo>
                  <a:pt x="111125" y="158750"/>
                </a:moveTo>
                <a:lnTo>
                  <a:pt x="111125" y="158849"/>
                </a:lnTo>
                <a:cubicBezTo>
                  <a:pt x="146000" y="160189"/>
                  <a:pt x="179487" y="172988"/>
                  <a:pt x="206375" y="195263"/>
                </a:cubicBezTo>
                <a:lnTo>
                  <a:pt x="206375" y="58688"/>
                </a:lnTo>
                <a:cubicBezTo>
                  <a:pt x="179487" y="80963"/>
                  <a:pt x="146000" y="93762"/>
                  <a:pt x="111125" y="95101"/>
                </a:cubicBezTo>
                <a:lnTo>
                  <a:pt x="111125" y="1587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965200" y="2946400"/>
            <a:ext cx="668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国家政策推动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5199" y="3301999"/>
            <a:ext cx="7686779" cy="83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1800"/>
              </a:lnSpc>
            </a:pPr>
            <a:r>
              <a:rPr lang="en-US" sz="1600" dirty="0">
                <a:solidFill>
                  <a:srgbClr val="333333"/>
                </a:solidFill>
                <a:latin typeface="+mn-ea"/>
                <a:cs typeface="MiSans" pitchFamily="34" charset="-120"/>
              </a:rPr>
              <a:t>2024年政府工作报告首次写入“</a:t>
            </a:r>
            <a:r>
              <a:rPr lang="en-US" sz="1600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+mn-ea"/>
                <a:cs typeface="MiSans" pitchFamily="34" charset="-120"/>
              </a:rPr>
              <a:t> AI+教育 </a:t>
            </a:r>
            <a:r>
              <a:rPr lang="en-US" sz="1600" dirty="0">
                <a:solidFill>
                  <a:srgbClr val="333333"/>
                </a:solidFill>
                <a:latin typeface="+mn-ea"/>
                <a:cs typeface="MiSans" pitchFamily="34" charset="-120"/>
              </a:rPr>
              <a:t>”，</a:t>
            </a:r>
            <a:r>
              <a:rPr lang="en-US" sz="1600" dirty="0" err="1">
                <a:solidFill>
                  <a:srgbClr val="333333"/>
                </a:solidFill>
                <a:latin typeface="+mn-ea"/>
                <a:cs typeface="MiSans" pitchFamily="34" charset="-120"/>
              </a:rPr>
              <a:t>将数字素养纳入基础教育核心目标</a:t>
            </a:r>
            <a:r>
              <a:rPr lang="en-US" sz="1600" dirty="0">
                <a:solidFill>
                  <a:srgbClr val="333333"/>
                </a:solidFill>
                <a:latin typeface="+mn-ea"/>
                <a:cs typeface="MiSans" pitchFamily="34" charset="-120"/>
              </a:rPr>
              <a:t>。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Inter"/>
              </a:rPr>
              <a:t>政策驱动下，我国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Inter"/>
              </a:rPr>
              <a:t>AI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Inter"/>
              </a:rPr>
              <a:t>产业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Inter"/>
              </a:rPr>
              <a:t>2023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Inter"/>
              </a:rPr>
              <a:t>年规模达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Inter"/>
              </a:rPr>
              <a:t>2137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Inter"/>
              </a:rPr>
              <a:t>亿元，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Inter"/>
              </a:rPr>
              <a:t>B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Inter"/>
              </a:rPr>
              <a:t>端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Inter"/>
              </a:rPr>
              <a:t>AI +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Inter"/>
              </a:rPr>
              <a:t>教育市场也突破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Inter"/>
              </a:rPr>
              <a:t>213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Inter"/>
              </a:rPr>
              <a:t>亿元，预计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Inter"/>
              </a:rPr>
              <a:t>2027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Inter"/>
              </a:rPr>
              <a:t>年复合年增长率超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Inter"/>
              </a:rPr>
              <a:t>20%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Inter"/>
              </a:rPr>
              <a:t>，编程教育的智能化升级已是必然趋势。</a:t>
            </a:r>
          </a:p>
        </p:txBody>
      </p:sp>
      <p:sp>
        <p:nvSpPr>
          <p:cNvPr id="8" name="Shape 5"/>
          <p:cNvSpPr/>
          <p:nvPr/>
        </p:nvSpPr>
        <p:spPr>
          <a:xfrm>
            <a:off x="381000" y="4521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965200" y="4394200"/>
            <a:ext cx="730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现实教学痛点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5198" y="4749800"/>
            <a:ext cx="7686781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+mn-ea"/>
                <a:cs typeface="MiSans" pitchFamily="34" charset="-120"/>
              </a:rPr>
              <a:t>传统教学</a:t>
            </a:r>
            <a:r>
              <a:rPr lang="en-US" sz="1400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+mn-ea"/>
                <a:cs typeface="MiSans" pitchFamily="34" charset="-120"/>
              </a:rPr>
              <a:t> 缺乏个性化指导 </a:t>
            </a:r>
            <a:r>
              <a:rPr lang="en-US" sz="1400" dirty="0">
                <a:solidFill>
                  <a:srgbClr val="333333"/>
                </a:solidFill>
                <a:latin typeface="+mn-ea"/>
                <a:cs typeface="MiSans" pitchFamily="34" charset="-120"/>
              </a:rPr>
              <a:t>，</a:t>
            </a:r>
            <a:r>
              <a:rPr lang="en-US" sz="1400" dirty="0" err="1">
                <a:solidFill>
                  <a:srgbClr val="333333"/>
                </a:solidFill>
                <a:latin typeface="+mn-ea"/>
                <a:cs typeface="MiSans" pitchFamily="34" charset="-120"/>
              </a:rPr>
              <a:t>且图形化到文本代码的过渡阶段，学生常因抽象跳跃而流失</a:t>
            </a:r>
            <a:r>
              <a:rPr lang="en-US" sz="1400" dirty="0">
                <a:solidFill>
                  <a:srgbClr val="333333"/>
                </a:solidFill>
                <a:latin typeface="+mn-ea"/>
                <a:cs typeface="MiSans" pitchFamily="34" charset="-120"/>
              </a:rPr>
              <a:t>。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effectLst/>
                <a:latin typeface="+mn-ea"/>
              </a:rPr>
              <a:t>师资</a:t>
            </a:r>
            <a:r>
              <a:rPr lang="zh-CN" altLang="en-US" sz="1400" b="1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+mn-ea"/>
                <a:cs typeface="MiSans" pitchFamily="34" charset="-120"/>
              </a:rPr>
              <a:t>供需失衡</a:t>
            </a:r>
            <a:r>
              <a:rPr lang="zh-CN" altLang="en-US" sz="1600" b="0" i="0" dirty="0">
                <a:effectLst/>
                <a:latin typeface="+mn-ea"/>
              </a:rPr>
              <a:t>，优质编程教师分布不均，基层学校和课后场景难以提供及时指导</a:t>
            </a:r>
            <a:r>
              <a:rPr lang="zh-CN" altLang="en-US" sz="1600" dirty="0">
                <a:latin typeface="+mn-ea"/>
              </a:rPr>
              <a:t>。</a:t>
            </a:r>
            <a:endParaRPr lang="en-US" altLang="zh-CN" sz="1600" b="0" i="0" dirty="0">
              <a:effectLst/>
              <a:latin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effectLst/>
                <a:latin typeface="+mn-ea"/>
              </a:rPr>
              <a:t>认知</a:t>
            </a:r>
            <a:r>
              <a:rPr lang="zh-CN" altLang="en-US" sz="1400" b="1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+mn-ea"/>
                <a:cs typeface="MiSans" pitchFamily="34" charset="-120"/>
              </a:rPr>
              <a:t>负荷过高</a:t>
            </a:r>
            <a:r>
              <a:rPr lang="zh-CN" altLang="en-US" sz="1600" b="0" i="0" dirty="0">
                <a:effectLst/>
                <a:latin typeface="+mn-ea"/>
              </a:rPr>
              <a:t>，实证研究显示传统学习中中学生认知负荷均值达 </a:t>
            </a:r>
            <a:r>
              <a:rPr lang="en-US" altLang="zh-CN" sz="1600" b="0" i="0" dirty="0">
                <a:effectLst/>
                <a:latin typeface="+mn-ea"/>
              </a:rPr>
              <a:t>4.39</a:t>
            </a:r>
            <a:r>
              <a:rPr lang="zh-CN" altLang="en-US" sz="1600" b="0" i="0" dirty="0">
                <a:effectLst/>
                <a:latin typeface="+mn-ea"/>
              </a:rPr>
              <a:t>，复杂逻辑让学生易产生挫败感。</a:t>
            </a:r>
            <a:endParaRPr lang="en-US" altLang="zh-CN" sz="1600" dirty="0">
              <a:latin typeface="+mn-ea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effectLst/>
                <a:latin typeface="+mn-ea"/>
              </a:rPr>
              <a:t>教学</a:t>
            </a:r>
            <a:r>
              <a:rPr lang="zh-CN" altLang="en-US" sz="1400" b="1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+mn-ea"/>
                <a:cs typeface="MiSans" pitchFamily="34" charset="-120"/>
              </a:rPr>
              <a:t>深度不足</a:t>
            </a:r>
            <a:r>
              <a:rPr lang="zh-CN" altLang="en-US" sz="1600" b="0" i="0" dirty="0">
                <a:effectLst/>
                <a:latin typeface="+mn-ea"/>
              </a:rPr>
              <a:t>，现有平台多停留在浅层辅助，缺乏对学生学习状态的精准评估和深度教学设计。</a:t>
            </a:r>
            <a:endParaRPr lang="en-US" sz="1600" dirty="0">
              <a:latin typeface="+mn-ea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F4C6D015-1F3D-732B-A956-C93F5AA0582F}"/>
              </a:ext>
            </a:extLst>
          </p:cNvPr>
          <p:cNvSpPr/>
          <p:nvPr/>
        </p:nvSpPr>
        <p:spPr>
          <a:xfrm>
            <a:off x="8746067" y="2946400"/>
            <a:ext cx="3189750" cy="2387600"/>
          </a:xfrm>
          <a:custGeom>
            <a:avLst/>
            <a:gdLst/>
            <a:ahLst/>
            <a:cxnLst/>
            <a:rect l="l" t="t" r="r" b="b"/>
            <a:pathLst>
              <a:path w="3771900" h="2387600">
                <a:moveTo>
                  <a:pt x="152401" y="0"/>
                </a:moveTo>
                <a:lnTo>
                  <a:pt x="3619499" y="0"/>
                </a:lnTo>
                <a:cubicBezTo>
                  <a:pt x="3703668" y="0"/>
                  <a:pt x="3771900" y="68232"/>
                  <a:pt x="3771900" y="152401"/>
                </a:cubicBezTo>
                <a:lnTo>
                  <a:pt x="3771900" y="2235199"/>
                </a:lnTo>
                <a:cubicBezTo>
                  <a:pt x="3771900" y="2319368"/>
                  <a:pt x="3703668" y="2387600"/>
                  <a:pt x="3619499" y="2387600"/>
                </a:cubicBezTo>
                <a:lnTo>
                  <a:pt x="152401" y="2387600"/>
                </a:lnTo>
                <a:cubicBezTo>
                  <a:pt x="68232" y="2387600"/>
                  <a:pt x="0" y="2319368"/>
                  <a:pt x="0" y="2235199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5DADE2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35C6887B-D18E-C547-CDDD-714F12FA9CA7}"/>
              </a:ext>
            </a:extLst>
          </p:cNvPr>
          <p:cNvSpPr/>
          <p:nvPr/>
        </p:nvSpPr>
        <p:spPr>
          <a:xfrm>
            <a:off x="9456636" y="3251200"/>
            <a:ext cx="14498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早期实证显示</a:t>
            </a:r>
            <a:endParaRPr lang="en-US" sz="16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991AC0C5-01B3-CD91-BCFE-FE6215C97D4D}"/>
              </a:ext>
            </a:extLst>
          </p:cNvPr>
          <p:cNvSpPr/>
          <p:nvPr/>
        </p:nvSpPr>
        <p:spPr>
          <a:xfrm>
            <a:off x="9456636" y="3657600"/>
            <a:ext cx="154623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+8</a:t>
            </a: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</a:t>
            </a:r>
            <a:endParaRPr lang="en-US" sz="16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E071CF5A-F499-2FBF-C995-6A67B6951DA7}"/>
              </a:ext>
            </a:extLst>
          </p:cNvPr>
          <p:cNvSpPr/>
          <p:nvPr/>
        </p:nvSpPr>
        <p:spPr>
          <a:xfrm>
            <a:off x="8956781" y="4521200"/>
            <a:ext cx="267423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实验组计算思维测评平均分提升约8分，初步验证技术红利。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8-d2v6sg5nfo2stf9dkc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7693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F52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国内外研究空白透视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142093"/>
            <a:ext cx="0" cy="2032000"/>
          </a:xfrm>
          <a:prstGeom prst="line">
            <a:avLst/>
          </a:prstGeom>
          <a:noFill/>
          <a:ln w="50800">
            <a:solidFill>
              <a:srgbClr val="5DADE2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254000" y="1142093"/>
            <a:ext cx="5588000" cy="2032000"/>
          </a:xfrm>
          <a:custGeom>
            <a:avLst/>
            <a:gdLst/>
            <a:ahLst/>
            <a:cxnLst/>
            <a:rect l="l" t="t" r="r" b="b"/>
            <a:pathLst>
              <a:path w="5588000" h="2032000">
                <a:moveTo>
                  <a:pt x="0" y="0"/>
                </a:moveTo>
                <a:lnTo>
                  <a:pt x="5486400" y="0"/>
                </a:lnTo>
                <a:cubicBezTo>
                  <a:pt x="5542475" y="0"/>
                  <a:pt x="5588000" y="45525"/>
                  <a:pt x="5588000" y="101600"/>
                </a:cubicBezTo>
                <a:lnTo>
                  <a:pt x="5588000" y="1930400"/>
                </a:lnTo>
                <a:cubicBezTo>
                  <a:pt x="5588000" y="1986475"/>
                  <a:pt x="5542475" y="2032000"/>
                  <a:pt x="5486400" y="2032000"/>
                </a:cubicBez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5DADE2">
              <a:alpha val="10196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47700" y="149769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3159" y="118884"/>
                </a:moveTo>
                <a:lnTo>
                  <a:pt x="51554" y="137279"/>
                </a:lnTo>
                <a:cubicBezTo>
                  <a:pt x="55126" y="140851"/>
                  <a:pt x="59948" y="142875"/>
                  <a:pt x="65008" y="142875"/>
                </a:cubicBezTo>
                <a:lnTo>
                  <a:pt x="77807" y="142875"/>
                </a:lnTo>
                <a:cubicBezTo>
                  <a:pt x="82867" y="142875"/>
                  <a:pt x="87690" y="144899"/>
                  <a:pt x="91261" y="148471"/>
                </a:cubicBezTo>
                <a:lnTo>
                  <a:pt x="108704" y="165914"/>
                </a:lnTo>
                <a:cubicBezTo>
                  <a:pt x="112276" y="169485"/>
                  <a:pt x="114300" y="174308"/>
                  <a:pt x="114300" y="179368"/>
                </a:cubicBezTo>
                <a:lnTo>
                  <a:pt x="114300" y="201692"/>
                </a:lnTo>
                <a:cubicBezTo>
                  <a:pt x="114300" y="206752"/>
                  <a:pt x="116324" y="211574"/>
                  <a:pt x="119896" y="215146"/>
                </a:cubicBezTo>
                <a:lnTo>
                  <a:pt x="127814" y="223064"/>
                </a:lnTo>
                <a:cubicBezTo>
                  <a:pt x="131385" y="226635"/>
                  <a:pt x="133410" y="231458"/>
                  <a:pt x="133410" y="236518"/>
                </a:cubicBezTo>
                <a:lnTo>
                  <a:pt x="133410" y="247650"/>
                </a:lnTo>
                <a:cubicBezTo>
                  <a:pt x="133410" y="258187"/>
                  <a:pt x="141923" y="266700"/>
                  <a:pt x="152460" y="266700"/>
                </a:cubicBezTo>
                <a:cubicBezTo>
                  <a:pt x="162997" y="266700"/>
                  <a:pt x="171510" y="258187"/>
                  <a:pt x="171510" y="247650"/>
                </a:cubicBezTo>
                <a:lnTo>
                  <a:pt x="171510" y="246043"/>
                </a:lnTo>
                <a:cubicBezTo>
                  <a:pt x="171510" y="240983"/>
                  <a:pt x="173534" y="236160"/>
                  <a:pt x="177105" y="232589"/>
                </a:cubicBezTo>
                <a:lnTo>
                  <a:pt x="204073" y="205621"/>
                </a:lnTo>
                <a:cubicBezTo>
                  <a:pt x="207645" y="202049"/>
                  <a:pt x="209669" y="197227"/>
                  <a:pt x="209669" y="192167"/>
                </a:cubicBezTo>
                <a:lnTo>
                  <a:pt x="209669" y="171510"/>
                </a:lnTo>
                <a:cubicBezTo>
                  <a:pt x="209669" y="160973"/>
                  <a:pt x="201156" y="152460"/>
                  <a:pt x="190619" y="152460"/>
                </a:cubicBezTo>
                <a:lnTo>
                  <a:pt x="141387" y="152460"/>
                </a:lnTo>
                <a:cubicBezTo>
                  <a:pt x="136327" y="152460"/>
                  <a:pt x="131505" y="150435"/>
                  <a:pt x="127933" y="146864"/>
                </a:cubicBezTo>
                <a:lnTo>
                  <a:pt x="118408" y="137339"/>
                </a:lnTo>
                <a:cubicBezTo>
                  <a:pt x="115907" y="134838"/>
                  <a:pt x="114479" y="131385"/>
                  <a:pt x="114479" y="127814"/>
                </a:cubicBezTo>
                <a:cubicBezTo>
                  <a:pt x="114479" y="120372"/>
                  <a:pt x="120491" y="114360"/>
                  <a:pt x="127933" y="114360"/>
                </a:cubicBezTo>
                <a:lnTo>
                  <a:pt x="148590" y="114360"/>
                </a:lnTo>
                <a:cubicBezTo>
                  <a:pt x="156031" y="114360"/>
                  <a:pt x="162044" y="108347"/>
                  <a:pt x="162044" y="100905"/>
                </a:cubicBezTo>
                <a:cubicBezTo>
                  <a:pt x="162044" y="97334"/>
                  <a:pt x="160615" y="93881"/>
                  <a:pt x="158115" y="91380"/>
                </a:cubicBezTo>
                <a:lnTo>
                  <a:pt x="146387" y="79653"/>
                </a:lnTo>
                <a:cubicBezTo>
                  <a:pt x="144066" y="77391"/>
                  <a:pt x="142875" y="74474"/>
                  <a:pt x="142875" y="71438"/>
                </a:cubicBezTo>
                <a:cubicBezTo>
                  <a:pt x="142875" y="68401"/>
                  <a:pt x="144066" y="65484"/>
                  <a:pt x="146268" y="63282"/>
                </a:cubicBezTo>
                <a:lnTo>
                  <a:pt x="156567" y="52983"/>
                </a:lnTo>
                <a:cubicBezTo>
                  <a:pt x="160020" y="49530"/>
                  <a:pt x="161985" y="44827"/>
                  <a:pt x="161985" y="39945"/>
                </a:cubicBezTo>
                <a:cubicBezTo>
                  <a:pt x="161985" y="35659"/>
                  <a:pt x="160556" y="31790"/>
                  <a:pt x="158175" y="28694"/>
                </a:cubicBezTo>
                <a:cubicBezTo>
                  <a:pt x="156270" y="28635"/>
                  <a:pt x="154365" y="28575"/>
                  <a:pt x="152460" y="28575"/>
                </a:cubicBezTo>
                <a:cubicBezTo>
                  <a:pt x="95667" y="28575"/>
                  <a:pt x="47863" y="66794"/>
                  <a:pt x="33218" y="118884"/>
                </a:cubicBezTo>
                <a:close/>
                <a:moveTo>
                  <a:pt x="276225" y="152400"/>
                </a:moveTo>
                <a:cubicBezTo>
                  <a:pt x="276225" y="131802"/>
                  <a:pt x="271224" y="112395"/>
                  <a:pt x="262295" y="95369"/>
                </a:cubicBezTo>
                <a:cubicBezTo>
                  <a:pt x="258485" y="95905"/>
                  <a:pt x="254734" y="97691"/>
                  <a:pt x="251639" y="100786"/>
                </a:cubicBezTo>
                <a:lnTo>
                  <a:pt x="243661" y="108764"/>
                </a:lnTo>
                <a:cubicBezTo>
                  <a:pt x="240090" y="112335"/>
                  <a:pt x="238065" y="117157"/>
                  <a:pt x="238065" y="122218"/>
                </a:cubicBezTo>
                <a:lnTo>
                  <a:pt x="238065" y="142875"/>
                </a:lnTo>
                <a:cubicBezTo>
                  <a:pt x="238065" y="153412"/>
                  <a:pt x="246578" y="161925"/>
                  <a:pt x="257115" y="161925"/>
                </a:cubicBezTo>
                <a:lnTo>
                  <a:pt x="271463" y="161925"/>
                </a:lnTo>
                <a:cubicBezTo>
                  <a:pt x="272951" y="161925"/>
                  <a:pt x="274439" y="161746"/>
                  <a:pt x="275808" y="161449"/>
                </a:cubicBezTo>
                <a:cubicBezTo>
                  <a:pt x="276046" y="158472"/>
                  <a:pt x="276106" y="155436"/>
                  <a:pt x="276106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7" name="Text 4"/>
          <p:cNvSpPr/>
          <p:nvPr/>
        </p:nvSpPr>
        <p:spPr>
          <a:xfrm>
            <a:off x="990600" y="1446893"/>
            <a:ext cx="4597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F52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国际趋势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600" y="2005693"/>
            <a:ext cx="4978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GPT-4等LLM加速进入K-12编程教育，研究聚焦协作编程与多模态交互。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9600" y="2615293"/>
            <a:ext cx="497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空白：缺少面向</a:t>
            </a:r>
            <a:r>
              <a:rPr lang="en-US" sz="1400" b="1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逆向工程教学法 </a:t>
            </a:r>
            <a:r>
              <a:rPr lang="en-US" sz="14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的深度设计。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99200" y="1142093"/>
            <a:ext cx="0" cy="2032000"/>
          </a:xfrm>
          <a:prstGeom prst="line">
            <a:avLst/>
          </a:prstGeom>
          <a:noFill/>
          <a:ln w="50800">
            <a:solidFill>
              <a:srgbClr val="5DADE2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6299200" y="1142093"/>
            <a:ext cx="5588000" cy="2032000"/>
          </a:xfrm>
          <a:custGeom>
            <a:avLst/>
            <a:gdLst/>
            <a:ahLst/>
            <a:cxnLst/>
            <a:rect l="l" t="t" r="r" b="b"/>
            <a:pathLst>
              <a:path w="5588000" h="2032000">
                <a:moveTo>
                  <a:pt x="0" y="0"/>
                </a:moveTo>
                <a:lnTo>
                  <a:pt x="5486400" y="0"/>
                </a:lnTo>
                <a:cubicBezTo>
                  <a:pt x="5542475" y="0"/>
                  <a:pt x="5588000" y="45525"/>
                  <a:pt x="5588000" y="101600"/>
                </a:cubicBezTo>
                <a:lnTo>
                  <a:pt x="5588000" y="1930400"/>
                </a:lnTo>
                <a:cubicBezTo>
                  <a:pt x="5588000" y="1986475"/>
                  <a:pt x="5542475" y="2032000"/>
                  <a:pt x="5486400" y="2032000"/>
                </a:cubicBez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5DADE2">
              <a:alpha val="1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654800" y="1497693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42900" y="28575"/>
                </a:moveTo>
                <a:cubicBezTo>
                  <a:pt x="342900" y="21967"/>
                  <a:pt x="339507" y="15835"/>
                  <a:pt x="333851" y="12383"/>
                </a:cubicBezTo>
                <a:cubicBezTo>
                  <a:pt x="328196" y="8930"/>
                  <a:pt x="321231" y="8573"/>
                  <a:pt x="315337" y="11549"/>
                </a:cubicBezTo>
                <a:lnTo>
                  <a:pt x="246162" y="46137"/>
                </a:lnTo>
                <a:lnTo>
                  <a:pt x="139363" y="10478"/>
                </a:lnTo>
                <a:cubicBezTo>
                  <a:pt x="134541" y="8870"/>
                  <a:pt x="129361" y="9227"/>
                  <a:pt x="124837" y="11490"/>
                </a:cubicBezTo>
                <a:lnTo>
                  <a:pt x="48637" y="49590"/>
                </a:lnTo>
                <a:cubicBezTo>
                  <a:pt x="42148" y="52864"/>
                  <a:pt x="38100" y="59472"/>
                  <a:pt x="38100" y="66675"/>
                </a:cubicBezTo>
                <a:lnTo>
                  <a:pt x="38100" y="276225"/>
                </a:lnTo>
                <a:cubicBezTo>
                  <a:pt x="38100" y="282833"/>
                  <a:pt x="41493" y="288965"/>
                  <a:pt x="47149" y="292418"/>
                </a:cubicBezTo>
                <a:cubicBezTo>
                  <a:pt x="52804" y="295870"/>
                  <a:pt x="59769" y="296227"/>
                  <a:pt x="65663" y="293251"/>
                </a:cubicBezTo>
                <a:lnTo>
                  <a:pt x="134779" y="258663"/>
                </a:lnTo>
                <a:lnTo>
                  <a:pt x="237946" y="293072"/>
                </a:lnTo>
                <a:cubicBezTo>
                  <a:pt x="235387" y="289262"/>
                  <a:pt x="232886" y="285274"/>
                  <a:pt x="230445" y="281226"/>
                </a:cubicBezTo>
                <a:cubicBezTo>
                  <a:pt x="223897" y="270331"/>
                  <a:pt x="217408" y="257830"/>
                  <a:pt x="212586" y="244435"/>
                </a:cubicBezTo>
                <a:lnTo>
                  <a:pt x="152340" y="224373"/>
                </a:lnTo>
                <a:lnTo>
                  <a:pt x="152340" y="55007"/>
                </a:lnTo>
                <a:lnTo>
                  <a:pt x="228540" y="80427"/>
                </a:lnTo>
                <a:lnTo>
                  <a:pt x="228540" y="139541"/>
                </a:lnTo>
                <a:cubicBezTo>
                  <a:pt x="246995" y="118229"/>
                  <a:pt x="274380" y="104775"/>
                  <a:pt x="304740" y="104775"/>
                </a:cubicBezTo>
                <a:cubicBezTo>
                  <a:pt x="318195" y="104775"/>
                  <a:pt x="331053" y="107394"/>
                  <a:pt x="342840" y="112216"/>
                </a:cubicBezTo>
                <a:lnTo>
                  <a:pt x="342900" y="28575"/>
                </a:lnTo>
                <a:close/>
                <a:moveTo>
                  <a:pt x="304800" y="133350"/>
                </a:moveTo>
                <a:cubicBezTo>
                  <a:pt x="265331" y="133350"/>
                  <a:pt x="233363" y="164783"/>
                  <a:pt x="233363" y="203537"/>
                </a:cubicBezTo>
                <a:cubicBezTo>
                  <a:pt x="233363" y="244554"/>
                  <a:pt x="271522" y="293072"/>
                  <a:pt x="292060" y="316230"/>
                </a:cubicBezTo>
                <a:cubicBezTo>
                  <a:pt x="298966" y="323969"/>
                  <a:pt x="310694" y="323969"/>
                  <a:pt x="317599" y="316230"/>
                </a:cubicBezTo>
                <a:cubicBezTo>
                  <a:pt x="338138" y="293072"/>
                  <a:pt x="376297" y="244554"/>
                  <a:pt x="376297" y="203537"/>
                </a:cubicBezTo>
                <a:cubicBezTo>
                  <a:pt x="376297" y="164783"/>
                  <a:pt x="344329" y="133350"/>
                  <a:pt x="304860" y="133350"/>
                </a:cubicBezTo>
                <a:close/>
                <a:moveTo>
                  <a:pt x="280987" y="204787"/>
                </a:moveTo>
                <a:cubicBezTo>
                  <a:pt x="280987" y="191645"/>
                  <a:pt x="291658" y="180975"/>
                  <a:pt x="304800" y="180975"/>
                </a:cubicBezTo>
                <a:cubicBezTo>
                  <a:pt x="317942" y="180975"/>
                  <a:pt x="328613" y="191645"/>
                  <a:pt x="328613" y="204787"/>
                </a:cubicBezTo>
                <a:cubicBezTo>
                  <a:pt x="328613" y="217930"/>
                  <a:pt x="317942" y="228600"/>
                  <a:pt x="304800" y="228600"/>
                </a:cubicBezTo>
                <a:cubicBezTo>
                  <a:pt x="291658" y="228600"/>
                  <a:pt x="280987" y="217930"/>
                  <a:pt x="280987" y="204787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13" name="Text 10"/>
          <p:cNvSpPr/>
          <p:nvPr/>
        </p:nvSpPr>
        <p:spPr>
          <a:xfrm>
            <a:off x="7035800" y="1446893"/>
            <a:ext cx="4597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0F52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国内现状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54800" y="2005693"/>
            <a:ext cx="4978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平台如编程猫已集成LLM，但功能浅层，存在偏见、隐私、资源不均等问题。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54800" y="2615293"/>
            <a:ext cx="497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空白：未与</a:t>
            </a:r>
            <a:r>
              <a:rPr lang="en-US" sz="1400" b="1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认知建模、学习路径干预 </a:t>
            </a:r>
            <a:r>
              <a:rPr lang="en-US" sz="14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系统融合。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4000" y="5943600"/>
            <a:ext cx="11684000" cy="762000"/>
          </a:xfrm>
          <a:custGeom>
            <a:avLst/>
            <a:gdLst/>
            <a:ahLst/>
            <a:cxnLst/>
            <a:rect l="l" t="t" r="r" b="b"/>
            <a:pathLst>
              <a:path w="11684000" h="762000">
                <a:moveTo>
                  <a:pt x="101597" y="0"/>
                </a:moveTo>
                <a:lnTo>
                  <a:pt x="11582403" y="0"/>
                </a:lnTo>
                <a:cubicBezTo>
                  <a:pt x="11638513" y="0"/>
                  <a:pt x="11684000" y="45487"/>
                  <a:pt x="11684000" y="101597"/>
                </a:cubicBezTo>
                <a:lnTo>
                  <a:pt x="11684000" y="660403"/>
                </a:lnTo>
                <a:cubicBezTo>
                  <a:pt x="11684000" y="716513"/>
                  <a:pt x="11638513" y="762000"/>
                  <a:pt x="115824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0F52BA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03200" y="6146800"/>
            <a:ext cx="1178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核心研究机会：构建一个可本地化部署、可扩展评估，并与教育学深度耦合的完整平台方案。</a:t>
            </a:r>
            <a:endParaRPr lang="en-US" sz="1600" dirty="0"/>
          </a:p>
        </p:txBody>
      </p:sp>
      <p:pic>
        <p:nvPicPr>
          <p:cNvPr id="19" name="图片 18" descr="电脑软件的截图&#10;&#10;AI 生成的内容可能不正确。">
            <a:extLst>
              <a:ext uri="{FF2B5EF4-FFF2-40B4-BE49-F238E27FC236}">
                <a16:creationId xmlns:a16="http://schemas.microsoft.com/office/drawing/2014/main" id="{B46BB880-44BE-A0B4-73BB-8D2FAB4EE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918" y="3275693"/>
            <a:ext cx="4224564" cy="2363409"/>
          </a:xfrm>
          <a:prstGeom prst="rect">
            <a:avLst/>
          </a:prstGeom>
        </p:spPr>
      </p:pic>
      <p:pic>
        <p:nvPicPr>
          <p:cNvPr id="21" name="图片 20" descr="图形用户界面, 图表&#10;&#10;AI 生成的内容可能不正确。">
            <a:extLst>
              <a:ext uri="{FF2B5EF4-FFF2-40B4-BE49-F238E27FC236}">
                <a16:creationId xmlns:a16="http://schemas.microsoft.com/office/drawing/2014/main" id="{1059ED74-B856-C9BA-F7B1-5ECFB26B2B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271866"/>
            <a:ext cx="4747942" cy="236340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2F01DD0F-7846-EFA6-0261-A5CEEF0B5E7A}"/>
              </a:ext>
            </a:extLst>
          </p:cNvPr>
          <p:cNvSpPr txBox="1"/>
          <p:nvPr/>
        </p:nvSpPr>
        <p:spPr>
          <a:xfrm>
            <a:off x="1659944" y="5635274"/>
            <a:ext cx="2300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基于几何布朗运动的股票价格模型</a:t>
            </a:r>
            <a:endParaRPr kumimoji="1" lang="zh-CN" altLang="en-US" sz="1100" dirty="0">
              <a:solidFill>
                <a:schemeClr val="bg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456564A-0012-DCE6-3102-8AC79DD493B8}"/>
              </a:ext>
            </a:extLst>
          </p:cNvPr>
          <p:cNvSpPr txBox="1"/>
          <p:nvPr/>
        </p:nvSpPr>
        <p:spPr>
          <a:xfrm>
            <a:off x="8840070" y="5652785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编程猫</a:t>
            </a:r>
            <a:endParaRPr kumimoji="1" lang="zh-CN" altLang="en-US" sz="1100" dirty="0">
              <a:solidFill>
                <a:schemeClr val="bg1"/>
              </a:solidFill>
            </a:endParaRPr>
          </a:p>
        </p:txBody>
      </p:sp>
      <p:pic>
        <p:nvPicPr>
          <p:cNvPr id="24" name="图片 23" descr="表格&#10;&#10;AI 生成的内容可能不正确。">
            <a:extLst>
              <a:ext uri="{FF2B5EF4-FFF2-40B4-BE49-F238E27FC236}">
                <a16:creationId xmlns:a16="http://schemas.microsoft.com/office/drawing/2014/main" id="{E04EDDA7-1708-92D0-C928-228D6BA929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2106" y="1495538"/>
            <a:ext cx="4343400" cy="3864769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9-d2v6sgdnfo2stf9dkco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5"/>
          <a:srcRect t="3182" b="3182"/>
          <a:stretch/>
        </p:blipFill>
        <p:spPr>
          <a:xfrm rot="3660000">
            <a:off x="866140" y="1471930"/>
            <a:ext cx="1496060" cy="13627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0724515" y="549275"/>
            <a:ext cx="919480" cy="619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2" descr="https://kimi-img.moonshot.cn/pub/slides/slides_tmpl/image/25-09-08-13:48:51-d2v6sgtnfo2stf9dkcp0.png"/>
          <p:cNvPicPr>
            <a:picLocks noChangeAspect="1"/>
          </p:cNvPicPr>
          <p:nvPr/>
        </p:nvPicPr>
        <p:blipFill>
          <a:blip r:embed="rId6"/>
          <a:srcRect b="6067"/>
          <a:stretch/>
        </p:blipFill>
        <p:spPr>
          <a:xfrm>
            <a:off x="1779905" y="811530"/>
            <a:ext cx="9013825" cy="604647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490720" y="1254125"/>
            <a:ext cx="3592195" cy="1460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197D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096385" y="2736850"/>
            <a:ext cx="4133215" cy="48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目标与内容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5"/>
          <a:srcRect t="3182" b="3182"/>
          <a:stretch/>
        </p:blipFill>
        <p:spPr>
          <a:xfrm rot="3660000">
            <a:off x="9911080" y="3326130"/>
            <a:ext cx="1117600" cy="101790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60425" y="4230370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5"/>
          <p:cNvSpPr/>
          <p:nvPr/>
        </p:nvSpPr>
        <p:spPr>
          <a:xfrm>
            <a:off x="860425" y="4230370"/>
            <a:ext cx="919480" cy="619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8-d2v6sg5nfo2stf9dkc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304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F52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平台愿景与四大研究模块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2540000"/>
            <a:ext cx="1219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5DADE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构建深度融合大模型的智能编程学习平台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527175" y="361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9563" y="154781"/>
                </a:moveTo>
                <a:cubicBezTo>
                  <a:pt x="309563" y="188937"/>
                  <a:pt x="298475" y="220489"/>
                  <a:pt x="279797" y="246087"/>
                </a:cubicBezTo>
                <a:lnTo>
                  <a:pt x="374005" y="340370"/>
                </a:lnTo>
                <a:cubicBezTo>
                  <a:pt x="383307" y="349672"/>
                  <a:pt x="383307" y="364778"/>
                  <a:pt x="374005" y="374079"/>
                </a:cubicBezTo>
                <a:cubicBezTo>
                  <a:pt x="364703" y="383381"/>
                  <a:pt x="349597" y="383381"/>
                  <a:pt x="340296" y="374079"/>
                </a:cubicBezTo>
                <a:lnTo>
                  <a:pt x="246087" y="279797"/>
                </a:lnTo>
                <a:cubicBezTo>
                  <a:pt x="220489" y="298475"/>
                  <a:pt x="188937" y="309563"/>
                  <a:pt x="154781" y="309563"/>
                </a:cubicBezTo>
                <a:cubicBezTo>
                  <a:pt x="69279" y="309563"/>
                  <a:pt x="0" y="240283"/>
                  <a:pt x="0" y="154781"/>
                </a:cubicBezTo>
                <a:cubicBezTo>
                  <a:pt x="0" y="69279"/>
                  <a:pt x="69279" y="0"/>
                  <a:pt x="154781" y="0"/>
                </a:cubicBezTo>
                <a:cubicBezTo>
                  <a:pt x="240283" y="0"/>
                  <a:pt x="309563" y="69279"/>
                  <a:pt x="309563" y="154781"/>
                </a:cubicBezTo>
                <a:close/>
                <a:moveTo>
                  <a:pt x="154781" y="261938"/>
                </a:moveTo>
                <a:cubicBezTo>
                  <a:pt x="213922" y="261938"/>
                  <a:pt x="261938" y="213922"/>
                  <a:pt x="261938" y="154781"/>
                </a:cubicBezTo>
                <a:cubicBezTo>
                  <a:pt x="261938" y="95640"/>
                  <a:pt x="213922" y="47625"/>
                  <a:pt x="154781" y="47625"/>
                </a:cubicBezTo>
                <a:cubicBezTo>
                  <a:pt x="95640" y="47625"/>
                  <a:pt x="47625" y="95640"/>
                  <a:pt x="47625" y="154781"/>
                </a:cubicBezTo>
                <a:cubicBezTo>
                  <a:pt x="47625" y="213922"/>
                  <a:pt x="95640" y="261938"/>
                  <a:pt x="154781" y="2619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0" y="44196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调研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724400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大模型教育应用现状与需求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175000" y="4089400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DADE2">
              <a:alpha val="5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448175" y="361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3893" y="190574"/>
                </a:moveTo>
                <a:lnTo>
                  <a:pt x="125537" y="101352"/>
                </a:lnTo>
                <a:cubicBezTo>
                  <a:pt x="121369" y="92273"/>
                  <a:pt x="118988" y="82153"/>
                  <a:pt x="118988" y="71438"/>
                </a:cubicBezTo>
                <a:cubicBezTo>
                  <a:pt x="118988" y="31998"/>
                  <a:pt x="150986" y="0"/>
                  <a:pt x="190426" y="0"/>
                </a:cubicBezTo>
                <a:cubicBezTo>
                  <a:pt x="229865" y="0"/>
                  <a:pt x="261863" y="31998"/>
                  <a:pt x="261863" y="71438"/>
                </a:cubicBezTo>
                <a:cubicBezTo>
                  <a:pt x="261863" y="82079"/>
                  <a:pt x="259556" y="92199"/>
                  <a:pt x="255315" y="101352"/>
                </a:cubicBezTo>
                <a:lnTo>
                  <a:pt x="288354" y="158428"/>
                </a:lnTo>
                <a:cubicBezTo>
                  <a:pt x="271165" y="177775"/>
                  <a:pt x="248394" y="191988"/>
                  <a:pt x="222572" y="198462"/>
                </a:cubicBezTo>
                <a:lnTo>
                  <a:pt x="190500" y="142801"/>
                </a:lnTo>
                <a:lnTo>
                  <a:pt x="139824" y="230312"/>
                </a:lnTo>
                <a:cubicBezTo>
                  <a:pt x="155823" y="235372"/>
                  <a:pt x="172789" y="238125"/>
                  <a:pt x="190500" y="238125"/>
                </a:cubicBezTo>
                <a:cubicBezTo>
                  <a:pt x="243111" y="238125"/>
                  <a:pt x="290066" y="213792"/>
                  <a:pt x="320650" y="175617"/>
                </a:cubicBezTo>
                <a:cubicBezTo>
                  <a:pt x="328910" y="165348"/>
                  <a:pt x="343867" y="163711"/>
                  <a:pt x="354137" y="171896"/>
                </a:cubicBezTo>
                <a:cubicBezTo>
                  <a:pt x="364406" y="180082"/>
                  <a:pt x="366043" y="195114"/>
                  <a:pt x="357857" y="205383"/>
                </a:cubicBezTo>
                <a:cubicBezTo>
                  <a:pt x="318641" y="254347"/>
                  <a:pt x="258217" y="285750"/>
                  <a:pt x="190574" y="285750"/>
                </a:cubicBezTo>
                <a:cubicBezTo>
                  <a:pt x="164232" y="285750"/>
                  <a:pt x="138931" y="280988"/>
                  <a:pt x="115639" y="272281"/>
                </a:cubicBezTo>
                <a:lnTo>
                  <a:pt x="73447" y="345058"/>
                </a:lnTo>
                <a:cubicBezTo>
                  <a:pt x="69949" y="351086"/>
                  <a:pt x="64740" y="355997"/>
                  <a:pt x="58489" y="359122"/>
                </a:cubicBezTo>
                <a:lnTo>
                  <a:pt x="17264" y="379735"/>
                </a:lnTo>
                <a:cubicBezTo>
                  <a:pt x="13543" y="381595"/>
                  <a:pt x="9153" y="381372"/>
                  <a:pt x="5655" y="379214"/>
                </a:cubicBezTo>
                <a:cubicBezTo>
                  <a:pt x="2158" y="377056"/>
                  <a:pt x="0" y="373187"/>
                  <a:pt x="0" y="369094"/>
                </a:cubicBezTo>
                <a:lnTo>
                  <a:pt x="0" y="327868"/>
                </a:lnTo>
                <a:cubicBezTo>
                  <a:pt x="0" y="321618"/>
                  <a:pt x="1637" y="315441"/>
                  <a:pt x="4837" y="309935"/>
                </a:cubicBezTo>
                <a:lnTo>
                  <a:pt x="49485" y="232767"/>
                </a:lnTo>
                <a:cubicBezTo>
                  <a:pt x="39960" y="224433"/>
                  <a:pt x="31179" y="215280"/>
                  <a:pt x="23217" y="205383"/>
                </a:cubicBezTo>
                <a:cubicBezTo>
                  <a:pt x="14957" y="195114"/>
                  <a:pt x="16669" y="180156"/>
                  <a:pt x="26938" y="171896"/>
                </a:cubicBezTo>
                <a:cubicBezTo>
                  <a:pt x="37207" y="163637"/>
                  <a:pt x="52164" y="165348"/>
                  <a:pt x="60424" y="175617"/>
                </a:cubicBezTo>
                <a:cubicBezTo>
                  <a:pt x="64666" y="180901"/>
                  <a:pt x="69205" y="185886"/>
                  <a:pt x="73968" y="190574"/>
                </a:cubicBezTo>
                <a:close/>
                <a:moveTo>
                  <a:pt x="283592" y="303535"/>
                </a:moveTo>
                <a:cubicBezTo>
                  <a:pt x="307777" y="293861"/>
                  <a:pt x="330026" y="280467"/>
                  <a:pt x="349746" y="264170"/>
                </a:cubicBezTo>
                <a:lnTo>
                  <a:pt x="376238" y="309935"/>
                </a:lnTo>
                <a:cubicBezTo>
                  <a:pt x="379363" y="315367"/>
                  <a:pt x="381074" y="321543"/>
                  <a:pt x="381074" y="327868"/>
                </a:cubicBezTo>
                <a:lnTo>
                  <a:pt x="381074" y="369094"/>
                </a:lnTo>
                <a:cubicBezTo>
                  <a:pt x="381074" y="373187"/>
                  <a:pt x="378916" y="377056"/>
                  <a:pt x="375419" y="379214"/>
                </a:cubicBezTo>
                <a:cubicBezTo>
                  <a:pt x="371921" y="381372"/>
                  <a:pt x="367531" y="381595"/>
                  <a:pt x="363810" y="379735"/>
                </a:cubicBezTo>
                <a:lnTo>
                  <a:pt x="322585" y="359122"/>
                </a:lnTo>
                <a:cubicBezTo>
                  <a:pt x="316334" y="355997"/>
                  <a:pt x="311125" y="351086"/>
                  <a:pt x="307628" y="345058"/>
                </a:cubicBezTo>
                <a:lnTo>
                  <a:pt x="283592" y="303535"/>
                </a:lnTo>
                <a:close/>
                <a:moveTo>
                  <a:pt x="190500" y="95250"/>
                </a:moveTo>
                <a:cubicBezTo>
                  <a:pt x="203642" y="95250"/>
                  <a:pt x="214313" y="84580"/>
                  <a:pt x="214313" y="71438"/>
                </a:cubicBezTo>
                <a:cubicBezTo>
                  <a:pt x="214313" y="58295"/>
                  <a:pt x="203642" y="47625"/>
                  <a:pt x="190500" y="47625"/>
                </a:cubicBezTo>
                <a:cubicBezTo>
                  <a:pt x="177358" y="47625"/>
                  <a:pt x="166688" y="58295"/>
                  <a:pt x="166688" y="71438"/>
                </a:cubicBezTo>
                <a:cubicBezTo>
                  <a:pt x="166688" y="84580"/>
                  <a:pt x="177358" y="95250"/>
                  <a:pt x="190500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2921000" y="44196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921000" y="4724400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系统架构与数据库设计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96000" y="4089400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DADE2">
              <a:alpha val="5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321550" y="36195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842000" y="44196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42000" y="4724400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LLM功能与认知模板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017000" y="4089400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DADE2">
              <a:alpha val="5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0313988" y="36195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14313" y="0"/>
                </a:moveTo>
                <a:lnTo>
                  <a:pt x="95250" y="0"/>
                </a:lnTo>
                <a:cubicBezTo>
                  <a:pt x="82079" y="0"/>
                  <a:pt x="71438" y="10641"/>
                  <a:pt x="71438" y="23812"/>
                </a:cubicBezTo>
                <a:cubicBezTo>
                  <a:pt x="71438" y="36984"/>
                  <a:pt x="82079" y="47625"/>
                  <a:pt x="95250" y="47625"/>
                </a:cubicBezTo>
                <a:lnTo>
                  <a:pt x="95250" y="160362"/>
                </a:lnTo>
                <a:lnTo>
                  <a:pt x="5581" y="317227"/>
                </a:lnTo>
                <a:cubicBezTo>
                  <a:pt x="1935" y="323701"/>
                  <a:pt x="0" y="330919"/>
                  <a:pt x="0" y="338361"/>
                </a:cubicBezTo>
                <a:cubicBezTo>
                  <a:pt x="0" y="361950"/>
                  <a:pt x="19050" y="381000"/>
                  <a:pt x="42639" y="381000"/>
                </a:cubicBezTo>
                <a:lnTo>
                  <a:pt x="290736" y="381000"/>
                </a:lnTo>
                <a:cubicBezTo>
                  <a:pt x="314251" y="381000"/>
                  <a:pt x="333375" y="361950"/>
                  <a:pt x="333375" y="338361"/>
                </a:cubicBezTo>
                <a:cubicBezTo>
                  <a:pt x="333375" y="330919"/>
                  <a:pt x="331440" y="323627"/>
                  <a:pt x="327794" y="317227"/>
                </a:cubicBezTo>
                <a:lnTo>
                  <a:pt x="238125" y="160362"/>
                </a:lnTo>
                <a:lnTo>
                  <a:pt x="238125" y="47625"/>
                </a:lnTo>
                <a:cubicBezTo>
                  <a:pt x="251296" y="47625"/>
                  <a:pt x="261938" y="36984"/>
                  <a:pt x="261938" y="23812"/>
                </a:cubicBezTo>
                <a:cubicBezTo>
                  <a:pt x="261938" y="10641"/>
                  <a:pt x="251296" y="0"/>
                  <a:pt x="238125" y="0"/>
                </a:cubicBezTo>
                <a:lnTo>
                  <a:pt x="214313" y="0"/>
                </a:lnTo>
                <a:close/>
                <a:moveTo>
                  <a:pt x="142875" y="160362"/>
                </a:moveTo>
                <a:lnTo>
                  <a:pt x="142875" y="47625"/>
                </a:lnTo>
                <a:lnTo>
                  <a:pt x="190500" y="47625"/>
                </a:lnTo>
                <a:lnTo>
                  <a:pt x="190500" y="160362"/>
                </a:lnTo>
                <a:cubicBezTo>
                  <a:pt x="190500" y="168622"/>
                  <a:pt x="192658" y="176808"/>
                  <a:pt x="196751" y="184026"/>
                </a:cubicBezTo>
                <a:lnTo>
                  <a:pt x="227707" y="238125"/>
                </a:lnTo>
                <a:lnTo>
                  <a:pt x="105668" y="238125"/>
                </a:lnTo>
                <a:lnTo>
                  <a:pt x="136624" y="184026"/>
                </a:lnTo>
                <a:cubicBezTo>
                  <a:pt x="140717" y="176808"/>
                  <a:pt x="142875" y="168697"/>
                  <a:pt x="142875" y="1603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8763000" y="44196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63000" y="4724400"/>
            <a:ext cx="342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教学实验与数据分析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9-d2v6sgdnfo2stf9dkco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5"/>
          <a:srcRect t="3182" b="3182"/>
          <a:stretch/>
        </p:blipFill>
        <p:spPr>
          <a:xfrm rot="3660000">
            <a:off x="866140" y="1471930"/>
            <a:ext cx="1496060" cy="13627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0724515" y="549275"/>
            <a:ext cx="919480" cy="619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2" descr="https://kimi-img.moonshot.cn/pub/slides/slides_tmpl/image/25-09-08-13:48:51-d2v6sgtnfo2stf9dkcp0.png"/>
          <p:cNvPicPr>
            <a:picLocks noChangeAspect="1"/>
          </p:cNvPicPr>
          <p:nvPr/>
        </p:nvPicPr>
        <p:blipFill>
          <a:blip r:embed="rId6"/>
          <a:srcRect b="6067"/>
          <a:stretch/>
        </p:blipFill>
        <p:spPr>
          <a:xfrm>
            <a:off x="1779905" y="811530"/>
            <a:ext cx="9013825" cy="604647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490720" y="1254125"/>
            <a:ext cx="3592195" cy="1460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197D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096385" y="2736850"/>
            <a:ext cx="4133215" cy="48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方案设计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5"/>
          <a:srcRect t="3182" b="3182"/>
          <a:stretch/>
        </p:blipFill>
        <p:spPr>
          <a:xfrm rot="3660000">
            <a:off x="9911080" y="3326130"/>
            <a:ext cx="1117600" cy="101790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60425" y="4230370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5"/>
          <p:cNvSpPr/>
          <p:nvPr/>
        </p:nvSpPr>
        <p:spPr>
          <a:xfrm>
            <a:off x="860425" y="4230370"/>
            <a:ext cx="919480" cy="619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8-d2v6sg5nfo2stf9dkc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735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F52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核心功能与教学融合亮点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200150"/>
            <a:ext cx="3759200" cy="2286000"/>
          </a:xfrm>
          <a:custGeom>
            <a:avLst/>
            <a:gdLst/>
            <a:ahLst/>
            <a:cxnLst/>
            <a:rect l="l" t="t" r="r" b="b"/>
            <a:pathLst>
              <a:path w="3759200" h="2286000">
                <a:moveTo>
                  <a:pt x="101590" y="0"/>
                </a:moveTo>
                <a:lnTo>
                  <a:pt x="3657610" y="0"/>
                </a:lnTo>
                <a:cubicBezTo>
                  <a:pt x="3713717" y="0"/>
                  <a:pt x="3759200" y="45483"/>
                  <a:pt x="3759200" y="101590"/>
                </a:cubicBezTo>
                <a:lnTo>
                  <a:pt x="3759200" y="2184410"/>
                </a:lnTo>
                <a:cubicBezTo>
                  <a:pt x="3759200" y="2240517"/>
                  <a:pt x="3713717" y="2286000"/>
                  <a:pt x="36576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847850" y="1755775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6" name="Text 3"/>
          <p:cNvSpPr/>
          <p:nvPr/>
        </p:nvSpPr>
        <p:spPr>
          <a:xfrm>
            <a:off x="1426369" y="2314575"/>
            <a:ext cx="140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编程助手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0936" y="2670175"/>
            <a:ext cx="26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实时错误诊断与阶梯式提示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16400" y="1200150"/>
            <a:ext cx="3759200" cy="4762500"/>
          </a:xfrm>
          <a:custGeom>
            <a:avLst/>
            <a:gdLst/>
            <a:ahLst/>
            <a:cxnLst/>
            <a:rect l="l" t="t" r="r" b="b"/>
            <a:pathLst>
              <a:path w="3759200" h="4762500">
                <a:moveTo>
                  <a:pt x="101611" y="0"/>
                </a:moveTo>
                <a:lnTo>
                  <a:pt x="3657589" y="0"/>
                </a:lnTo>
                <a:cubicBezTo>
                  <a:pt x="3713707" y="0"/>
                  <a:pt x="3759200" y="45493"/>
                  <a:pt x="3759200" y="101611"/>
                </a:cubicBezTo>
                <a:lnTo>
                  <a:pt x="3759200" y="4660889"/>
                </a:lnTo>
                <a:cubicBezTo>
                  <a:pt x="3759200" y="4717007"/>
                  <a:pt x="3713707" y="4762500"/>
                  <a:pt x="3657589" y="4762500"/>
                </a:cubicBezTo>
                <a:lnTo>
                  <a:pt x="101611" y="4762500"/>
                </a:lnTo>
                <a:cubicBezTo>
                  <a:pt x="45493" y="4762500"/>
                  <a:pt x="0" y="4717007"/>
                  <a:pt x="0" y="46608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0F52BA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67400" y="287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38"/>
                </a:moveTo>
                <a:cubicBezTo>
                  <a:pt x="0" y="47774"/>
                  <a:pt x="19199" y="28575"/>
                  <a:pt x="42863" y="28575"/>
                </a:cubicBezTo>
                <a:lnTo>
                  <a:pt x="128588" y="28575"/>
                </a:lnTo>
                <a:cubicBezTo>
                  <a:pt x="152251" y="28575"/>
                  <a:pt x="171450" y="47774"/>
                  <a:pt x="171450" y="71438"/>
                </a:cubicBezTo>
                <a:lnTo>
                  <a:pt x="171450" y="85725"/>
                </a:lnTo>
                <a:lnTo>
                  <a:pt x="285750" y="85725"/>
                </a:lnTo>
                <a:lnTo>
                  <a:pt x="285750" y="71438"/>
                </a:lnTo>
                <a:cubicBezTo>
                  <a:pt x="285750" y="47774"/>
                  <a:pt x="304949" y="28575"/>
                  <a:pt x="328613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157163"/>
                </a:lnTo>
                <a:cubicBezTo>
                  <a:pt x="457200" y="180826"/>
                  <a:pt x="438001" y="200025"/>
                  <a:pt x="414338" y="200025"/>
                </a:cubicBezTo>
                <a:lnTo>
                  <a:pt x="328613" y="200025"/>
                </a:lnTo>
                <a:cubicBezTo>
                  <a:pt x="304949" y="200025"/>
                  <a:pt x="285750" y="180826"/>
                  <a:pt x="285750" y="157163"/>
                </a:cubicBezTo>
                <a:lnTo>
                  <a:pt x="285750" y="142875"/>
                </a:lnTo>
                <a:lnTo>
                  <a:pt x="171450" y="142875"/>
                </a:lnTo>
                <a:lnTo>
                  <a:pt x="171450" y="157163"/>
                </a:lnTo>
                <a:cubicBezTo>
                  <a:pt x="171450" y="163681"/>
                  <a:pt x="169932" y="169932"/>
                  <a:pt x="167342" y="175468"/>
                </a:cubicBezTo>
                <a:lnTo>
                  <a:pt x="228600" y="257175"/>
                </a:lnTo>
                <a:lnTo>
                  <a:pt x="300038" y="257175"/>
                </a:lnTo>
                <a:cubicBezTo>
                  <a:pt x="323701" y="257175"/>
                  <a:pt x="342900" y="276374"/>
                  <a:pt x="342900" y="300038"/>
                </a:cubicBezTo>
                <a:lnTo>
                  <a:pt x="342900" y="385763"/>
                </a:lnTo>
                <a:cubicBezTo>
                  <a:pt x="342900" y="409426"/>
                  <a:pt x="323701" y="428625"/>
                  <a:pt x="300038" y="428625"/>
                </a:cubicBezTo>
                <a:lnTo>
                  <a:pt x="214313" y="428625"/>
                </a:lnTo>
                <a:cubicBezTo>
                  <a:pt x="190649" y="428625"/>
                  <a:pt x="171450" y="409426"/>
                  <a:pt x="171450" y="385763"/>
                </a:cubicBezTo>
                <a:lnTo>
                  <a:pt x="171450" y="300038"/>
                </a:lnTo>
                <a:cubicBezTo>
                  <a:pt x="171450" y="293519"/>
                  <a:pt x="172968" y="287268"/>
                  <a:pt x="175558" y="281732"/>
                </a:cubicBezTo>
                <a:lnTo>
                  <a:pt x="114300" y="200025"/>
                </a:lnTo>
                <a:lnTo>
                  <a:pt x="42863" y="200025"/>
                </a:lnTo>
                <a:cubicBezTo>
                  <a:pt x="19199" y="200025"/>
                  <a:pt x="0" y="180826"/>
                  <a:pt x="0" y="157163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5388769" y="3429000"/>
            <a:ext cx="140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逆向工程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419600" y="3784600"/>
            <a:ext cx="335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项目拆解、代码复现与结构可视化，引导学生倒推设计思路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78800" y="1200150"/>
            <a:ext cx="3759200" cy="2286000"/>
          </a:xfrm>
          <a:custGeom>
            <a:avLst/>
            <a:gdLst/>
            <a:ahLst/>
            <a:cxnLst/>
            <a:rect l="l" t="t" r="r" b="b"/>
            <a:pathLst>
              <a:path w="3759200" h="2286000">
                <a:moveTo>
                  <a:pt x="101590" y="0"/>
                </a:moveTo>
                <a:lnTo>
                  <a:pt x="3657610" y="0"/>
                </a:lnTo>
                <a:cubicBezTo>
                  <a:pt x="3713717" y="0"/>
                  <a:pt x="3759200" y="45483"/>
                  <a:pt x="3759200" y="101590"/>
                </a:cubicBezTo>
                <a:lnTo>
                  <a:pt x="3759200" y="2184410"/>
                </a:lnTo>
                <a:cubicBezTo>
                  <a:pt x="3759200" y="2240517"/>
                  <a:pt x="3713717" y="2286000"/>
                  <a:pt x="36576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801225" y="1755775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42900" y="128588"/>
                </a:moveTo>
                <a:cubicBezTo>
                  <a:pt x="342900" y="215384"/>
                  <a:pt x="266105" y="285750"/>
                  <a:pt x="171450" y="285750"/>
                </a:cubicBezTo>
                <a:cubicBezTo>
                  <a:pt x="147608" y="285750"/>
                  <a:pt x="124926" y="281285"/>
                  <a:pt x="104299" y="273248"/>
                </a:cubicBezTo>
                <a:lnTo>
                  <a:pt x="31433" y="311825"/>
                </a:lnTo>
                <a:cubicBezTo>
                  <a:pt x="23128" y="316200"/>
                  <a:pt x="12948" y="314682"/>
                  <a:pt x="6251" y="308074"/>
                </a:cubicBezTo>
                <a:cubicBezTo>
                  <a:pt x="-446" y="301466"/>
                  <a:pt x="-1965" y="291197"/>
                  <a:pt x="2500" y="282893"/>
                </a:cubicBezTo>
                <a:lnTo>
                  <a:pt x="34290" y="222885"/>
                </a:lnTo>
                <a:cubicBezTo>
                  <a:pt x="12769" y="196632"/>
                  <a:pt x="0" y="163949"/>
                  <a:pt x="0" y="128588"/>
                </a:cubicBezTo>
                <a:cubicBezTo>
                  <a:pt x="0" y="41791"/>
                  <a:pt x="76795" y="-28575"/>
                  <a:pt x="171450" y="-28575"/>
                </a:cubicBezTo>
                <a:cubicBezTo>
                  <a:pt x="266105" y="-28575"/>
                  <a:pt x="342900" y="41791"/>
                  <a:pt x="342900" y="128588"/>
                </a:cubicBezTo>
                <a:close/>
                <a:moveTo>
                  <a:pt x="342900" y="457200"/>
                </a:moveTo>
                <a:cubicBezTo>
                  <a:pt x="258872" y="457200"/>
                  <a:pt x="188952" y="401747"/>
                  <a:pt x="174308" y="328613"/>
                </a:cubicBezTo>
                <a:cubicBezTo>
                  <a:pt x="281464" y="327273"/>
                  <a:pt x="374600" y="251014"/>
                  <a:pt x="384870" y="147608"/>
                </a:cubicBezTo>
                <a:cubicBezTo>
                  <a:pt x="459254" y="164753"/>
                  <a:pt x="514350" y="226457"/>
                  <a:pt x="514350" y="300038"/>
                </a:cubicBezTo>
                <a:cubicBezTo>
                  <a:pt x="514350" y="335399"/>
                  <a:pt x="501581" y="368082"/>
                  <a:pt x="480060" y="394335"/>
                </a:cubicBezTo>
                <a:lnTo>
                  <a:pt x="511850" y="454342"/>
                </a:lnTo>
                <a:cubicBezTo>
                  <a:pt x="516225" y="462647"/>
                  <a:pt x="514707" y="472827"/>
                  <a:pt x="508099" y="479524"/>
                </a:cubicBezTo>
                <a:cubicBezTo>
                  <a:pt x="501491" y="486221"/>
                  <a:pt x="491222" y="487740"/>
                  <a:pt x="482917" y="483275"/>
                </a:cubicBezTo>
                <a:lnTo>
                  <a:pt x="410051" y="444698"/>
                </a:lnTo>
                <a:cubicBezTo>
                  <a:pt x="389424" y="452735"/>
                  <a:pt x="366742" y="457200"/>
                  <a:pt x="342900" y="457200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14" name="Text 11"/>
          <p:cNvSpPr/>
          <p:nvPr/>
        </p:nvSpPr>
        <p:spPr>
          <a:xfrm>
            <a:off x="9237861" y="2314575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聊天机器人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45736" y="2670175"/>
            <a:ext cx="26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自然语言答疑与个性化建议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4000" y="3683000"/>
            <a:ext cx="3759200" cy="2286000"/>
          </a:xfrm>
          <a:custGeom>
            <a:avLst/>
            <a:gdLst/>
            <a:ahLst/>
            <a:cxnLst/>
            <a:rect l="l" t="t" r="r" b="b"/>
            <a:pathLst>
              <a:path w="3759200" h="2286000">
                <a:moveTo>
                  <a:pt x="101590" y="0"/>
                </a:moveTo>
                <a:lnTo>
                  <a:pt x="3657610" y="0"/>
                </a:lnTo>
                <a:cubicBezTo>
                  <a:pt x="3713717" y="0"/>
                  <a:pt x="3759200" y="45483"/>
                  <a:pt x="3759200" y="101590"/>
                </a:cubicBezTo>
                <a:lnTo>
                  <a:pt x="3759200" y="2184410"/>
                </a:lnTo>
                <a:cubicBezTo>
                  <a:pt x="3759200" y="2240517"/>
                  <a:pt x="3713717" y="2286000"/>
                  <a:pt x="36576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876425" y="4238625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264" y="315754"/>
                </a:moveTo>
                <a:cubicBezTo>
                  <a:pt x="266194" y="315754"/>
                  <a:pt x="275034" y="317808"/>
                  <a:pt x="283160" y="322005"/>
                </a:cubicBezTo>
                <a:lnTo>
                  <a:pt x="349597" y="355848"/>
                </a:lnTo>
                <a:lnTo>
                  <a:pt x="337989" y="282178"/>
                </a:lnTo>
                <a:cubicBezTo>
                  <a:pt x="335131" y="264140"/>
                  <a:pt x="341114" y="245834"/>
                  <a:pt x="353973" y="232886"/>
                </a:cubicBezTo>
                <a:lnTo>
                  <a:pt x="406658" y="180112"/>
                </a:lnTo>
                <a:lnTo>
                  <a:pt x="332988" y="168414"/>
                </a:lnTo>
                <a:cubicBezTo>
                  <a:pt x="314950" y="165556"/>
                  <a:pt x="299323" y="154216"/>
                  <a:pt x="291019" y="137964"/>
                </a:cubicBezTo>
                <a:lnTo>
                  <a:pt x="257086" y="71527"/>
                </a:lnTo>
                <a:lnTo>
                  <a:pt x="257086" y="315843"/>
                </a:lnTo>
                <a:close/>
                <a:moveTo>
                  <a:pt x="408444" y="436662"/>
                </a:moveTo>
                <a:cubicBezTo>
                  <a:pt x="401925" y="441394"/>
                  <a:pt x="393263" y="442109"/>
                  <a:pt x="386120" y="438448"/>
                </a:cubicBezTo>
                <a:lnTo>
                  <a:pt x="257264" y="372904"/>
                </a:lnTo>
                <a:lnTo>
                  <a:pt x="128409" y="438448"/>
                </a:lnTo>
                <a:cubicBezTo>
                  <a:pt x="121265" y="442109"/>
                  <a:pt x="112603" y="441394"/>
                  <a:pt x="106085" y="436662"/>
                </a:cubicBezTo>
                <a:cubicBezTo>
                  <a:pt x="99566" y="431929"/>
                  <a:pt x="96262" y="423982"/>
                  <a:pt x="97512" y="415945"/>
                </a:cubicBezTo>
                <a:lnTo>
                  <a:pt x="120015" y="273159"/>
                </a:lnTo>
                <a:lnTo>
                  <a:pt x="17859" y="170914"/>
                </a:lnTo>
                <a:cubicBezTo>
                  <a:pt x="12144" y="165199"/>
                  <a:pt x="10180" y="156805"/>
                  <a:pt x="12680" y="149126"/>
                </a:cubicBezTo>
                <a:cubicBezTo>
                  <a:pt x="15180" y="141446"/>
                  <a:pt x="21699" y="135821"/>
                  <a:pt x="29736" y="134570"/>
                </a:cubicBezTo>
                <a:lnTo>
                  <a:pt x="172522" y="111889"/>
                </a:lnTo>
                <a:lnTo>
                  <a:pt x="238244" y="-16877"/>
                </a:lnTo>
                <a:cubicBezTo>
                  <a:pt x="241905" y="-24021"/>
                  <a:pt x="249317" y="-28575"/>
                  <a:pt x="257354" y="-28575"/>
                </a:cubicBezTo>
                <a:cubicBezTo>
                  <a:pt x="265390" y="-28575"/>
                  <a:pt x="272802" y="-24021"/>
                  <a:pt x="276463" y="-16877"/>
                </a:cubicBezTo>
                <a:lnTo>
                  <a:pt x="342007" y="111889"/>
                </a:lnTo>
                <a:lnTo>
                  <a:pt x="484793" y="134570"/>
                </a:lnTo>
                <a:cubicBezTo>
                  <a:pt x="492740" y="135821"/>
                  <a:pt x="499348" y="141446"/>
                  <a:pt x="501848" y="149126"/>
                </a:cubicBezTo>
                <a:cubicBezTo>
                  <a:pt x="504349" y="156805"/>
                  <a:pt x="502295" y="165199"/>
                  <a:pt x="496669" y="170914"/>
                </a:cubicBezTo>
                <a:lnTo>
                  <a:pt x="394424" y="273159"/>
                </a:lnTo>
                <a:lnTo>
                  <a:pt x="417016" y="415945"/>
                </a:lnTo>
                <a:cubicBezTo>
                  <a:pt x="418267" y="423892"/>
                  <a:pt x="414963" y="431929"/>
                  <a:pt x="408444" y="436662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18" name="Text 15"/>
          <p:cNvSpPr/>
          <p:nvPr/>
        </p:nvSpPr>
        <p:spPr>
          <a:xfrm>
            <a:off x="1426369" y="4797425"/>
            <a:ext cx="140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自动评分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09241" y="5153025"/>
            <a:ext cx="245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基于语义理解的多维评价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78800" y="3683000"/>
            <a:ext cx="3759200" cy="2286000"/>
          </a:xfrm>
          <a:custGeom>
            <a:avLst/>
            <a:gdLst/>
            <a:ahLst/>
            <a:cxnLst/>
            <a:rect l="l" t="t" r="r" b="b"/>
            <a:pathLst>
              <a:path w="3759200" h="2286000">
                <a:moveTo>
                  <a:pt x="101590" y="0"/>
                </a:moveTo>
                <a:lnTo>
                  <a:pt x="3657610" y="0"/>
                </a:lnTo>
                <a:cubicBezTo>
                  <a:pt x="3713717" y="0"/>
                  <a:pt x="3759200" y="45483"/>
                  <a:pt x="3759200" y="101590"/>
                </a:cubicBezTo>
                <a:lnTo>
                  <a:pt x="3759200" y="2184410"/>
                </a:lnTo>
                <a:cubicBezTo>
                  <a:pt x="3759200" y="2240517"/>
                  <a:pt x="3713717" y="2286000"/>
                  <a:pt x="36576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9772650" y="4238625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29046" y="7144"/>
                </a:moveTo>
                <a:cubicBezTo>
                  <a:pt x="288188" y="7144"/>
                  <a:pt x="336203" y="55159"/>
                  <a:pt x="336203" y="114300"/>
                </a:cubicBezTo>
                <a:cubicBezTo>
                  <a:pt x="336203" y="173441"/>
                  <a:pt x="288188" y="221456"/>
                  <a:pt x="229046" y="221456"/>
                </a:cubicBezTo>
                <a:cubicBezTo>
                  <a:pt x="169905" y="221456"/>
                  <a:pt x="121890" y="173441"/>
                  <a:pt x="121890" y="114300"/>
                </a:cubicBezTo>
                <a:cubicBezTo>
                  <a:pt x="121890" y="55159"/>
                  <a:pt x="169905" y="7144"/>
                  <a:pt x="229046" y="7144"/>
                </a:cubicBezTo>
                <a:close/>
                <a:moveTo>
                  <a:pt x="202436" y="271463"/>
                </a:moveTo>
                <a:lnTo>
                  <a:pt x="255478" y="271463"/>
                </a:lnTo>
                <a:lnTo>
                  <a:pt x="256818" y="271463"/>
                </a:lnTo>
                <a:cubicBezTo>
                  <a:pt x="245299" y="295394"/>
                  <a:pt x="249853" y="323433"/>
                  <a:pt x="267087" y="342454"/>
                </a:cubicBezTo>
                <a:cubicBezTo>
                  <a:pt x="249049" y="362367"/>
                  <a:pt x="244941" y="392281"/>
                  <a:pt x="258693" y="416927"/>
                </a:cubicBezTo>
                <a:lnTo>
                  <a:pt x="278785" y="453003"/>
                </a:lnTo>
                <a:cubicBezTo>
                  <a:pt x="279589" y="454432"/>
                  <a:pt x="280481" y="455861"/>
                  <a:pt x="281374" y="457200"/>
                </a:cubicBezTo>
                <a:lnTo>
                  <a:pt x="69741" y="457200"/>
                </a:lnTo>
                <a:cubicBezTo>
                  <a:pt x="55096" y="457200"/>
                  <a:pt x="43220" y="445324"/>
                  <a:pt x="43220" y="430679"/>
                </a:cubicBezTo>
                <a:cubicBezTo>
                  <a:pt x="43220" y="342721"/>
                  <a:pt x="114479" y="271462"/>
                  <a:pt x="202436" y="271462"/>
                </a:cubicBezTo>
                <a:close/>
                <a:moveTo>
                  <a:pt x="386298" y="221099"/>
                </a:moveTo>
                <a:cubicBezTo>
                  <a:pt x="386298" y="209223"/>
                  <a:pt x="395853" y="199668"/>
                  <a:pt x="407730" y="199668"/>
                </a:cubicBezTo>
                <a:lnTo>
                  <a:pt x="450592" y="199668"/>
                </a:lnTo>
                <a:cubicBezTo>
                  <a:pt x="462469" y="199668"/>
                  <a:pt x="472023" y="209223"/>
                  <a:pt x="472023" y="221099"/>
                </a:cubicBezTo>
                <a:lnTo>
                  <a:pt x="472023" y="226546"/>
                </a:lnTo>
                <a:cubicBezTo>
                  <a:pt x="472023" y="243423"/>
                  <a:pt x="493544" y="255836"/>
                  <a:pt x="508189" y="247442"/>
                </a:cubicBezTo>
                <a:lnTo>
                  <a:pt x="512653" y="244852"/>
                </a:lnTo>
                <a:cubicBezTo>
                  <a:pt x="523012" y="238869"/>
                  <a:pt x="536317" y="242530"/>
                  <a:pt x="542121" y="252978"/>
                </a:cubicBezTo>
                <a:lnTo>
                  <a:pt x="562124" y="288875"/>
                </a:lnTo>
                <a:cubicBezTo>
                  <a:pt x="567660" y="298877"/>
                  <a:pt x="564446" y="311378"/>
                  <a:pt x="554801" y="317450"/>
                </a:cubicBezTo>
                <a:lnTo>
                  <a:pt x="550605" y="320040"/>
                </a:lnTo>
                <a:cubicBezTo>
                  <a:pt x="536138" y="329059"/>
                  <a:pt x="536138" y="355669"/>
                  <a:pt x="550605" y="364778"/>
                </a:cubicBezTo>
                <a:lnTo>
                  <a:pt x="554712" y="367367"/>
                </a:lnTo>
                <a:cubicBezTo>
                  <a:pt x="564356" y="373440"/>
                  <a:pt x="567660" y="385941"/>
                  <a:pt x="562124" y="395942"/>
                </a:cubicBezTo>
                <a:lnTo>
                  <a:pt x="542032" y="432018"/>
                </a:lnTo>
                <a:cubicBezTo>
                  <a:pt x="536228" y="442466"/>
                  <a:pt x="522922" y="446216"/>
                  <a:pt x="512564" y="440144"/>
                </a:cubicBezTo>
                <a:lnTo>
                  <a:pt x="508189" y="437555"/>
                </a:lnTo>
                <a:cubicBezTo>
                  <a:pt x="493544" y="429071"/>
                  <a:pt x="472023" y="441573"/>
                  <a:pt x="472023" y="458450"/>
                </a:cubicBezTo>
                <a:lnTo>
                  <a:pt x="472023" y="463897"/>
                </a:lnTo>
                <a:cubicBezTo>
                  <a:pt x="472023" y="475774"/>
                  <a:pt x="462469" y="485329"/>
                  <a:pt x="450592" y="485329"/>
                </a:cubicBezTo>
                <a:lnTo>
                  <a:pt x="407730" y="485329"/>
                </a:lnTo>
                <a:cubicBezTo>
                  <a:pt x="395853" y="485329"/>
                  <a:pt x="386298" y="475774"/>
                  <a:pt x="386298" y="463897"/>
                </a:cubicBezTo>
                <a:lnTo>
                  <a:pt x="386298" y="458629"/>
                </a:lnTo>
                <a:cubicBezTo>
                  <a:pt x="386298" y="441662"/>
                  <a:pt x="364688" y="429161"/>
                  <a:pt x="349954" y="437644"/>
                </a:cubicBezTo>
                <a:lnTo>
                  <a:pt x="345668" y="440144"/>
                </a:lnTo>
                <a:cubicBezTo>
                  <a:pt x="335310" y="446127"/>
                  <a:pt x="322094" y="442466"/>
                  <a:pt x="316200" y="432018"/>
                </a:cubicBezTo>
                <a:lnTo>
                  <a:pt x="296019" y="395942"/>
                </a:lnTo>
                <a:cubicBezTo>
                  <a:pt x="290483" y="385941"/>
                  <a:pt x="293697" y="373350"/>
                  <a:pt x="303431" y="367278"/>
                </a:cubicBezTo>
                <a:lnTo>
                  <a:pt x="307360" y="364867"/>
                </a:lnTo>
                <a:cubicBezTo>
                  <a:pt x="321915" y="355848"/>
                  <a:pt x="321915" y="329059"/>
                  <a:pt x="307360" y="320040"/>
                </a:cubicBezTo>
                <a:lnTo>
                  <a:pt x="303341" y="317540"/>
                </a:lnTo>
                <a:cubicBezTo>
                  <a:pt x="293608" y="311468"/>
                  <a:pt x="290393" y="298877"/>
                  <a:pt x="295930" y="288875"/>
                </a:cubicBezTo>
                <a:lnTo>
                  <a:pt x="316022" y="252889"/>
                </a:lnTo>
                <a:cubicBezTo>
                  <a:pt x="321826" y="242441"/>
                  <a:pt x="335131" y="238780"/>
                  <a:pt x="345400" y="244763"/>
                </a:cubicBezTo>
                <a:lnTo>
                  <a:pt x="349687" y="247263"/>
                </a:lnTo>
                <a:cubicBezTo>
                  <a:pt x="364421" y="255746"/>
                  <a:pt x="386030" y="243245"/>
                  <a:pt x="386030" y="226278"/>
                </a:cubicBezTo>
                <a:lnTo>
                  <a:pt x="386030" y="221010"/>
                </a:lnTo>
                <a:close/>
                <a:moveTo>
                  <a:pt x="475506" y="342721"/>
                </a:moveTo>
                <a:cubicBezTo>
                  <a:pt x="475506" y="317094"/>
                  <a:pt x="454699" y="296287"/>
                  <a:pt x="429071" y="296287"/>
                </a:cubicBezTo>
                <a:cubicBezTo>
                  <a:pt x="403444" y="296287"/>
                  <a:pt x="382637" y="317094"/>
                  <a:pt x="382637" y="342721"/>
                </a:cubicBezTo>
                <a:cubicBezTo>
                  <a:pt x="382637" y="368349"/>
                  <a:pt x="403444" y="389156"/>
                  <a:pt x="429071" y="389156"/>
                </a:cubicBezTo>
                <a:cubicBezTo>
                  <a:pt x="454699" y="389156"/>
                  <a:pt x="475506" y="368349"/>
                  <a:pt x="475506" y="342721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22" name="Text 19"/>
          <p:cNvSpPr/>
          <p:nvPr/>
        </p:nvSpPr>
        <p:spPr>
          <a:xfrm>
            <a:off x="9237861" y="4797425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个性化推荐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098558" y="5153025"/>
            <a:ext cx="191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动态调整任务难度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0" y="6165850"/>
            <a:ext cx="1219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五大功能嵌入教学，形成“诊断—干预—巩固”闭环，实现大模型与课堂活动的深度耦合。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8-d2v6sg5nfo2stf9dkc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5748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F52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全栈技术架构与部署策略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387600"/>
            <a:ext cx="2298700" cy="1473200"/>
          </a:xfrm>
          <a:custGeom>
            <a:avLst/>
            <a:gdLst/>
            <a:ahLst/>
            <a:cxnLst/>
            <a:rect l="l" t="t" r="r" b="b"/>
            <a:pathLst>
              <a:path w="2298700" h="1473200">
                <a:moveTo>
                  <a:pt x="101607" y="0"/>
                </a:moveTo>
                <a:lnTo>
                  <a:pt x="2197093" y="0"/>
                </a:lnTo>
                <a:cubicBezTo>
                  <a:pt x="2253209" y="0"/>
                  <a:pt x="2298700" y="45491"/>
                  <a:pt x="2298700" y="101607"/>
                </a:cubicBezTo>
                <a:lnTo>
                  <a:pt x="2298700" y="1371593"/>
                </a:lnTo>
                <a:cubicBezTo>
                  <a:pt x="2298700" y="1427709"/>
                  <a:pt x="2253209" y="1473200"/>
                  <a:pt x="2197093" y="1473200"/>
                </a:cubicBezTo>
                <a:lnTo>
                  <a:pt x="101607" y="1473200"/>
                </a:lnTo>
                <a:cubicBezTo>
                  <a:pt x="45491" y="1473200"/>
                  <a:pt x="0" y="1427709"/>
                  <a:pt x="0" y="13715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176338" y="254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6" name="Text 3"/>
          <p:cNvSpPr/>
          <p:nvPr/>
        </p:nvSpPr>
        <p:spPr>
          <a:xfrm>
            <a:off x="924322" y="30988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4709" y="3454400"/>
            <a:ext cx="237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NuxtJS + Tailwind CSS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59273" y="2870200"/>
            <a:ext cx="927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5DAD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81375" y="2387600"/>
            <a:ext cx="2298700" cy="1473200"/>
          </a:xfrm>
          <a:custGeom>
            <a:avLst/>
            <a:gdLst/>
            <a:ahLst/>
            <a:cxnLst/>
            <a:rect l="l" t="t" r="r" b="b"/>
            <a:pathLst>
              <a:path w="2298700" h="1473200">
                <a:moveTo>
                  <a:pt x="101607" y="0"/>
                </a:moveTo>
                <a:lnTo>
                  <a:pt x="2197093" y="0"/>
                </a:lnTo>
                <a:cubicBezTo>
                  <a:pt x="2253209" y="0"/>
                  <a:pt x="2298700" y="45491"/>
                  <a:pt x="2298700" y="101607"/>
                </a:cubicBezTo>
                <a:lnTo>
                  <a:pt x="2298700" y="1371593"/>
                </a:lnTo>
                <a:cubicBezTo>
                  <a:pt x="2298700" y="1427709"/>
                  <a:pt x="2253209" y="1473200"/>
                  <a:pt x="2197093" y="1473200"/>
                </a:cubicBezTo>
                <a:lnTo>
                  <a:pt x="101607" y="1473200"/>
                </a:lnTo>
                <a:cubicBezTo>
                  <a:pt x="45491" y="1473200"/>
                  <a:pt x="0" y="1427709"/>
                  <a:pt x="0" y="13715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332288" y="2540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11" name="Text 8"/>
          <p:cNvSpPr/>
          <p:nvPr/>
        </p:nvSpPr>
        <p:spPr>
          <a:xfrm>
            <a:off x="4051697" y="30988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35933" y="3454400"/>
            <a:ext cx="238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FastAPI + SQLAlchemy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86648" y="2870200"/>
            <a:ext cx="927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5DAD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08750" y="2387600"/>
            <a:ext cx="2298700" cy="1473200"/>
          </a:xfrm>
          <a:custGeom>
            <a:avLst/>
            <a:gdLst/>
            <a:ahLst/>
            <a:cxnLst/>
            <a:rect l="l" t="t" r="r" b="b"/>
            <a:pathLst>
              <a:path w="2298700" h="1473200">
                <a:moveTo>
                  <a:pt x="101607" y="0"/>
                </a:moveTo>
                <a:lnTo>
                  <a:pt x="2197093" y="0"/>
                </a:lnTo>
                <a:cubicBezTo>
                  <a:pt x="2253209" y="0"/>
                  <a:pt x="2298700" y="45491"/>
                  <a:pt x="2298700" y="101607"/>
                </a:cubicBezTo>
                <a:lnTo>
                  <a:pt x="2298700" y="1371593"/>
                </a:lnTo>
                <a:cubicBezTo>
                  <a:pt x="2298700" y="1427709"/>
                  <a:pt x="2253209" y="1473200"/>
                  <a:pt x="2197093" y="1473200"/>
                </a:cubicBezTo>
                <a:lnTo>
                  <a:pt x="101607" y="1473200"/>
                </a:lnTo>
                <a:cubicBezTo>
                  <a:pt x="45491" y="1473200"/>
                  <a:pt x="0" y="1427709"/>
                  <a:pt x="0" y="13715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459663" y="2540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16" name="Text 13"/>
          <p:cNvSpPr/>
          <p:nvPr/>
        </p:nvSpPr>
        <p:spPr>
          <a:xfrm>
            <a:off x="7065764" y="30988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40352" y="3454400"/>
            <a:ext cx="143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14023" y="2870200"/>
            <a:ext cx="927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5DAD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636125" y="2387600"/>
            <a:ext cx="2298700" cy="1473200"/>
          </a:xfrm>
          <a:custGeom>
            <a:avLst/>
            <a:gdLst/>
            <a:ahLst/>
            <a:cxnLst/>
            <a:rect l="l" t="t" r="r" b="b"/>
            <a:pathLst>
              <a:path w="2298700" h="1473200">
                <a:moveTo>
                  <a:pt x="101607" y="0"/>
                </a:moveTo>
                <a:lnTo>
                  <a:pt x="2197093" y="0"/>
                </a:lnTo>
                <a:cubicBezTo>
                  <a:pt x="2253209" y="0"/>
                  <a:pt x="2298700" y="45491"/>
                  <a:pt x="2298700" y="101607"/>
                </a:cubicBezTo>
                <a:lnTo>
                  <a:pt x="2298700" y="1371593"/>
                </a:lnTo>
                <a:cubicBezTo>
                  <a:pt x="2298700" y="1427709"/>
                  <a:pt x="2253209" y="1473200"/>
                  <a:pt x="2197093" y="1473200"/>
                </a:cubicBezTo>
                <a:lnTo>
                  <a:pt x="101607" y="1473200"/>
                </a:lnTo>
                <a:cubicBezTo>
                  <a:pt x="45491" y="1473200"/>
                  <a:pt x="0" y="1427709"/>
                  <a:pt x="0" y="13715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0529888" y="2540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300038"/>
                </a:moveTo>
                <a:cubicBezTo>
                  <a:pt x="0" y="371029"/>
                  <a:pt x="57596" y="428625"/>
                  <a:pt x="128588" y="428625"/>
                </a:cubicBezTo>
                <a:lnTo>
                  <a:pt x="400050" y="428625"/>
                </a:lnTo>
                <a:cubicBezTo>
                  <a:pt x="463183" y="428625"/>
                  <a:pt x="514350" y="377458"/>
                  <a:pt x="514350" y="314325"/>
                </a:cubicBezTo>
                <a:cubicBezTo>
                  <a:pt x="514350" y="268248"/>
                  <a:pt x="487114" y="228511"/>
                  <a:pt x="447824" y="210473"/>
                </a:cubicBezTo>
                <a:cubicBezTo>
                  <a:pt x="453807" y="198775"/>
                  <a:pt x="457200" y="185470"/>
                  <a:pt x="457200" y="171450"/>
                </a:cubicBezTo>
                <a:cubicBezTo>
                  <a:pt x="457200" y="124123"/>
                  <a:pt x="418802" y="85725"/>
                  <a:pt x="371475" y="85725"/>
                </a:cubicBezTo>
                <a:cubicBezTo>
                  <a:pt x="355669" y="85725"/>
                  <a:pt x="340935" y="90011"/>
                  <a:pt x="328255" y="97423"/>
                </a:cubicBezTo>
                <a:cubicBezTo>
                  <a:pt x="306735" y="56525"/>
                  <a:pt x="263783" y="28575"/>
                  <a:pt x="214313" y="28575"/>
                </a:cubicBezTo>
                <a:cubicBezTo>
                  <a:pt x="143321" y="28575"/>
                  <a:pt x="85725" y="86171"/>
                  <a:pt x="85725" y="157163"/>
                </a:cubicBezTo>
                <a:cubicBezTo>
                  <a:pt x="85725" y="164306"/>
                  <a:pt x="86350" y="171361"/>
                  <a:pt x="87422" y="178147"/>
                </a:cubicBezTo>
                <a:cubicBezTo>
                  <a:pt x="36612" y="195292"/>
                  <a:pt x="0" y="243423"/>
                  <a:pt x="0" y="300038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21" name="Text 18"/>
          <p:cNvSpPr/>
          <p:nvPr/>
        </p:nvSpPr>
        <p:spPr>
          <a:xfrm>
            <a:off x="10306447" y="30988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42078" y="34544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阿里云ECS + 弹性伸缩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54000" y="4267200"/>
            <a:ext cx="11684000" cy="1016000"/>
          </a:xfrm>
          <a:custGeom>
            <a:avLst/>
            <a:gdLst/>
            <a:ahLst/>
            <a:cxnLst/>
            <a:rect l="l" t="t" r="r" b="b"/>
            <a:pathLst>
              <a:path w="11684000" h="10160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914400"/>
                </a:lnTo>
                <a:cubicBezTo>
                  <a:pt x="11684000" y="970475"/>
                  <a:pt x="11638475" y="1016000"/>
                  <a:pt x="11582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24" name="Shape 21"/>
          <p:cNvSpPr/>
          <p:nvPr/>
        </p:nvSpPr>
        <p:spPr>
          <a:xfrm>
            <a:off x="3101181" y="4584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89297" y="41672"/>
                </a:moveTo>
                <a:cubicBezTo>
                  <a:pt x="89297" y="18678"/>
                  <a:pt x="107975" y="0"/>
                  <a:pt x="130969" y="0"/>
                </a:cubicBezTo>
                <a:lnTo>
                  <a:pt x="148828" y="0"/>
                </a:lnTo>
                <a:cubicBezTo>
                  <a:pt x="161999" y="0"/>
                  <a:pt x="172641" y="10641"/>
                  <a:pt x="172641" y="23812"/>
                </a:cubicBezTo>
                <a:lnTo>
                  <a:pt x="172641" y="357188"/>
                </a:lnTo>
                <a:cubicBezTo>
                  <a:pt x="172641" y="370359"/>
                  <a:pt x="161999" y="381000"/>
                  <a:pt x="148828" y="381000"/>
                </a:cubicBezTo>
                <a:lnTo>
                  <a:pt x="125016" y="381000"/>
                </a:lnTo>
                <a:cubicBezTo>
                  <a:pt x="102840" y="381000"/>
                  <a:pt x="84162" y="365820"/>
                  <a:pt x="78879" y="345281"/>
                </a:cubicBezTo>
                <a:cubicBezTo>
                  <a:pt x="78358" y="345281"/>
                  <a:pt x="77912" y="345281"/>
                  <a:pt x="77391" y="345281"/>
                </a:cubicBezTo>
                <a:cubicBezTo>
                  <a:pt x="44500" y="345281"/>
                  <a:pt x="17859" y="318641"/>
                  <a:pt x="17859" y="285750"/>
                </a:cubicBezTo>
                <a:cubicBezTo>
                  <a:pt x="17859" y="272355"/>
                  <a:pt x="22324" y="260003"/>
                  <a:pt x="29766" y="250031"/>
                </a:cubicBezTo>
                <a:cubicBezTo>
                  <a:pt x="15329" y="239167"/>
                  <a:pt x="5953" y="221903"/>
                  <a:pt x="5953" y="202406"/>
                </a:cubicBezTo>
                <a:cubicBezTo>
                  <a:pt x="5953" y="179412"/>
                  <a:pt x="19050" y="159395"/>
                  <a:pt x="38100" y="149498"/>
                </a:cubicBezTo>
                <a:cubicBezTo>
                  <a:pt x="32817" y="140568"/>
                  <a:pt x="29766" y="130150"/>
                  <a:pt x="29766" y="119063"/>
                </a:cubicBezTo>
                <a:cubicBezTo>
                  <a:pt x="29766" y="86171"/>
                  <a:pt x="56406" y="59531"/>
                  <a:pt x="89297" y="59531"/>
                </a:cubicBezTo>
                <a:lnTo>
                  <a:pt x="89297" y="41672"/>
                </a:lnTo>
                <a:close/>
                <a:moveTo>
                  <a:pt x="291703" y="41672"/>
                </a:moveTo>
                <a:lnTo>
                  <a:pt x="291703" y="59531"/>
                </a:lnTo>
                <a:cubicBezTo>
                  <a:pt x="324594" y="59531"/>
                  <a:pt x="351234" y="86171"/>
                  <a:pt x="351234" y="119063"/>
                </a:cubicBezTo>
                <a:cubicBezTo>
                  <a:pt x="351234" y="130225"/>
                  <a:pt x="348183" y="140643"/>
                  <a:pt x="342900" y="149498"/>
                </a:cubicBezTo>
                <a:cubicBezTo>
                  <a:pt x="362024" y="159395"/>
                  <a:pt x="375047" y="179338"/>
                  <a:pt x="375047" y="202406"/>
                </a:cubicBezTo>
                <a:cubicBezTo>
                  <a:pt x="375047" y="221903"/>
                  <a:pt x="365671" y="239167"/>
                  <a:pt x="351234" y="250031"/>
                </a:cubicBezTo>
                <a:cubicBezTo>
                  <a:pt x="358676" y="260003"/>
                  <a:pt x="363141" y="272355"/>
                  <a:pt x="363141" y="285750"/>
                </a:cubicBezTo>
                <a:cubicBezTo>
                  <a:pt x="363141" y="318641"/>
                  <a:pt x="336500" y="345281"/>
                  <a:pt x="303609" y="345281"/>
                </a:cubicBezTo>
                <a:cubicBezTo>
                  <a:pt x="303088" y="345281"/>
                  <a:pt x="302642" y="345281"/>
                  <a:pt x="302121" y="345281"/>
                </a:cubicBezTo>
                <a:cubicBezTo>
                  <a:pt x="296838" y="365820"/>
                  <a:pt x="278160" y="381000"/>
                  <a:pt x="255984" y="381000"/>
                </a:cubicBezTo>
                <a:lnTo>
                  <a:pt x="232172" y="381000"/>
                </a:lnTo>
                <a:cubicBezTo>
                  <a:pt x="219001" y="381000"/>
                  <a:pt x="208359" y="370359"/>
                  <a:pt x="208359" y="357188"/>
                </a:cubicBezTo>
                <a:lnTo>
                  <a:pt x="208359" y="23812"/>
                </a:lnTo>
                <a:cubicBezTo>
                  <a:pt x="208359" y="10641"/>
                  <a:pt x="219001" y="0"/>
                  <a:pt x="232172" y="0"/>
                </a:cubicBezTo>
                <a:lnTo>
                  <a:pt x="250031" y="0"/>
                </a:lnTo>
                <a:cubicBezTo>
                  <a:pt x="273025" y="0"/>
                  <a:pt x="291703" y="18678"/>
                  <a:pt x="291703" y="416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3729831" y="4470400"/>
            <a:ext cx="591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大模型 (LLM)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729831" y="4826000"/>
            <a:ext cx="65766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通义千问 → 后期</a:t>
            </a:r>
            <a:r>
              <a:rPr lang="en-US" sz="1400" dirty="0">
                <a:solidFill>
                  <a:srgbClr val="0F52BA"/>
                </a:solidFill>
                <a:highlight>
                  <a:srgbClr val="FFFFFF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自部署 + RAG私有知识库 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，兼顾数据隐私与内容可控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9-d2v6sgdnfo2stf9dkco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5"/>
          <a:srcRect t="3182" b="3182"/>
          <a:stretch/>
        </p:blipFill>
        <p:spPr>
          <a:xfrm rot="3660000">
            <a:off x="866140" y="1471930"/>
            <a:ext cx="1496060" cy="13627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0724515" y="549275"/>
            <a:ext cx="919480" cy="619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2" descr="https://kimi-img.moonshot.cn/pub/slides/slides_tmpl/image/25-09-08-13:48:51-d2v6sgtnfo2stf9dkcp0.png"/>
          <p:cNvPicPr>
            <a:picLocks noChangeAspect="1"/>
          </p:cNvPicPr>
          <p:nvPr/>
        </p:nvPicPr>
        <p:blipFill>
          <a:blip r:embed="rId6"/>
          <a:srcRect b="6067"/>
          <a:stretch/>
        </p:blipFill>
        <p:spPr>
          <a:xfrm>
            <a:off x="1779905" y="811530"/>
            <a:ext cx="9013825" cy="604647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490720" y="1254125"/>
            <a:ext cx="3592195" cy="1460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197D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096385" y="2736850"/>
            <a:ext cx="4133215" cy="48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创新提炼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5"/>
          <a:srcRect t="3182" b="3182"/>
          <a:stretch/>
        </p:blipFill>
        <p:spPr>
          <a:xfrm rot="3660000">
            <a:off x="9911080" y="3326130"/>
            <a:ext cx="1117600" cy="101790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60425" y="4230370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5"/>
          <p:cNvSpPr/>
          <p:nvPr/>
        </p:nvSpPr>
        <p:spPr>
          <a:xfrm>
            <a:off x="860425" y="4230370"/>
            <a:ext cx="919480" cy="619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8-d2v6sg5nfo2stf9dkc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9055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F52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四维创新突破点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504950"/>
            <a:ext cx="5689600" cy="2235200"/>
          </a:xfrm>
          <a:custGeom>
            <a:avLst/>
            <a:gdLst/>
            <a:ahLst/>
            <a:cxnLst/>
            <a:rect l="l" t="t" r="r" b="b"/>
            <a:pathLst>
              <a:path w="5689600" h="22352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33610"/>
                </a:lnTo>
                <a:cubicBezTo>
                  <a:pt x="5689600" y="2189717"/>
                  <a:pt x="5644117" y="2235200"/>
                  <a:pt x="55880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2390775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114300" y="85725"/>
                </a:moveTo>
                <a:cubicBezTo>
                  <a:pt x="114300" y="54203"/>
                  <a:pt x="139928" y="28575"/>
                  <a:pt x="171450" y="28575"/>
                </a:cubicBezTo>
                <a:lnTo>
                  <a:pt x="485775" y="28575"/>
                </a:lnTo>
                <a:cubicBezTo>
                  <a:pt x="517297" y="28575"/>
                  <a:pt x="542925" y="54203"/>
                  <a:pt x="542925" y="85725"/>
                </a:cubicBezTo>
                <a:lnTo>
                  <a:pt x="542925" y="300038"/>
                </a:lnTo>
                <a:lnTo>
                  <a:pt x="457200" y="300038"/>
                </a:lnTo>
                <a:lnTo>
                  <a:pt x="457200" y="285750"/>
                </a:lnTo>
                <a:cubicBezTo>
                  <a:pt x="457200" y="269944"/>
                  <a:pt x="444431" y="257175"/>
                  <a:pt x="428625" y="257175"/>
                </a:cubicBezTo>
                <a:lnTo>
                  <a:pt x="371475" y="257175"/>
                </a:lnTo>
                <a:cubicBezTo>
                  <a:pt x="355669" y="257175"/>
                  <a:pt x="342900" y="269944"/>
                  <a:pt x="342900" y="285750"/>
                </a:cubicBezTo>
                <a:lnTo>
                  <a:pt x="342900" y="300038"/>
                </a:lnTo>
                <a:lnTo>
                  <a:pt x="227618" y="300038"/>
                </a:lnTo>
                <a:cubicBezTo>
                  <a:pt x="237351" y="283250"/>
                  <a:pt x="242888" y="263694"/>
                  <a:pt x="242888" y="242888"/>
                </a:cubicBezTo>
                <a:cubicBezTo>
                  <a:pt x="242888" y="179755"/>
                  <a:pt x="191720" y="128588"/>
                  <a:pt x="128588" y="128588"/>
                </a:cubicBezTo>
                <a:cubicBezTo>
                  <a:pt x="123765" y="128588"/>
                  <a:pt x="118943" y="128855"/>
                  <a:pt x="114300" y="129480"/>
                </a:cubicBezTo>
                <a:lnTo>
                  <a:pt x="114300" y="85725"/>
                </a:lnTo>
                <a:close/>
                <a:moveTo>
                  <a:pt x="297359" y="400050"/>
                </a:moveTo>
                <a:cubicBezTo>
                  <a:pt x="292804" y="378440"/>
                  <a:pt x="282803" y="358884"/>
                  <a:pt x="268694" y="342900"/>
                </a:cubicBezTo>
                <a:lnTo>
                  <a:pt x="542925" y="342900"/>
                </a:lnTo>
                <a:cubicBezTo>
                  <a:pt x="542925" y="374422"/>
                  <a:pt x="517297" y="400050"/>
                  <a:pt x="485775" y="400050"/>
                </a:cubicBezTo>
                <a:lnTo>
                  <a:pt x="297359" y="400050"/>
                </a:lnTo>
                <a:close/>
                <a:moveTo>
                  <a:pt x="57150" y="242888"/>
                </a:moveTo>
                <a:cubicBezTo>
                  <a:pt x="57150" y="203460"/>
                  <a:pt x="89160" y="171450"/>
                  <a:pt x="128587" y="171450"/>
                </a:cubicBezTo>
                <a:cubicBezTo>
                  <a:pt x="168015" y="171450"/>
                  <a:pt x="200025" y="203460"/>
                  <a:pt x="200025" y="242888"/>
                </a:cubicBezTo>
                <a:cubicBezTo>
                  <a:pt x="200025" y="282315"/>
                  <a:pt x="168015" y="314325"/>
                  <a:pt x="128588" y="314325"/>
                </a:cubicBezTo>
                <a:cubicBezTo>
                  <a:pt x="89160" y="314325"/>
                  <a:pt x="57150" y="282315"/>
                  <a:pt x="57150" y="242888"/>
                </a:cubicBezTo>
                <a:close/>
                <a:moveTo>
                  <a:pt x="0" y="428625"/>
                </a:moveTo>
                <a:cubicBezTo>
                  <a:pt x="0" y="381298"/>
                  <a:pt x="38398" y="342900"/>
                  <a:pt x="85725" y="342900"/>
                </a:cubicBezTo>
                <a:lnTo>
                  <a:pt x="171450" y="342900"/>
                </a:lnTo>
                <a:cubicBezTo>
                  <a:pt x="218777" y="342900"/>
                  <a:pt x="257175" y="381298"/>
                  <a:pt x="257175" y="428625"/>
                </a:cubicBezTo>
                <a:cubicBezTo>
                  <a:pt x="257175" y="444431"/>
                  <a:pt x="244406" y="457200"/>
                  <a:pt x="228600" y="457200"/>
                </a:cubicBezTo>
                <a:lnTo>
                  <a:pt x="28575" y="457200"/>
                </a:lnTo>
                <a:cubicBezTo>
                  <a:pt x="12769" y="457200"/>
                  <a:pt x="0" y="444431"/>
                  <a:pt x="0" y="428625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6" name="Text 3"/>
          <p:cNvSpPr/>
          <p:nvPr/>
        </p:nvSpPr>
        <p:spPr>
          <a:xfrm>
            <a:off x="1231900" y="2314575"/>
            <a:ext cx="403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教学融合创新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31899" y="2819400"/>
            <a:ext cx="449942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首次系统嵌入</a:t>
            </a:r>
            <a:r>
              <a:rPr lang="en-US" sz="1400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逆向工程教学法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，提升创造力。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8400" y="1504950"/>
            <a:ext cx="5689600" cy="2235200"/>
          </a:xfrm>
          <a:custGeom>
            <a:avLst/>
            <a:gdLst/>
            <a:ahLst/>
            <a:cxnLst/>
            <a:rect l="l" t="t" r="r" b="b"/>
            <a:pathLst>
              <a:path w="5689600" h="22352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33610"/>
                </a:lnTo>
                <a:cubicBezTo>
                  <a:pt x="5689600" y="2189717"/>
                  <a:pt x="5644117" y="2235200"/>
                  <a:pt x="55880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508750" y="2390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10" name="Text 7"/>
          <p:cNvSpPr/>
          <p:nvPr/>
        </p:nvSpPr>
        <p:spPr>
          <a:xfrm>
            <a:off x="7226300" y="2314575"/>
            <a:ext cx="368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认知建模创新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26299" y="2819400"/>
            <a:ext cx="40462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</a:t>
            </a:r>
            <a:r>
              <a:rPr lang="en-US" sz="1400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三级交互网络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，实时捕捉认知状态。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4000" y="4038600"/>
            <a:ext cx="5689600" cy="2235200"/>
          </a:xfrm>
          <a:custGeom>
            <a:avLst/>
            <a:gdLst/>
            <a:ahLst/>
            <a:cxnLst/>
            <a:rect l="l" t="t" r="r" b="b"/>
            <a:pathLst>
              <a:path w="5689600" h="22352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33610"/>
                </a:lnTo>
                <a:cubicBezTo>
                  <a:pt x="5689600" y="2189717"/>
                  <a:pt x="5644117" y="2235200"/>
                  <a:pt x="55880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4924425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14" name="Text 11"/>
          <p:cNvSpPr/>
          <p:nvPr/>
        </p:nvSpPr>
        <p:spPr>
          <a:xfrm>
            <a:off x="1231900" y="4848225"/>
            <a:ext cx="407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技术实现创新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31900" y="5353050"/>
            <a:ext cx="45479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自部署LLM + RAG，解决</a:t>
            </a:r>
            <a:r>
              <a:rPr lang="en-US" sz="1400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隐私与准确性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48400" y="4038600"/>
            <a:ext cx="5689600" cy="2235200"/>
          </a:xfrm>
          <a:custGeom>
            <a:avLst/>
            <a:gdLst/>
            <a:ahLst/>
            <a:cxnLst/>
            <a:rect l="l" t="t" r="r" b="b"/>
            <a:pathLst>
              <a:path w="5689600" h="22352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33610"/>
                </a:lnTo>
                <a:cubicBezTo>
                  <a:pt x="5689600" y="2189717"/>
                  <a:pt x="5644117" y="2235200"/>
                  <a:pt x="55880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508750" y="4924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18" name="Text 15"/>
          <p:cNvSpPr/>
          <p:nvPr/>
        </p:nvSpPr>
        <p:spPr>
          <a:xfrm>
            <a:off x="7226300" y="4848225"/>
            <a:ext cx="363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场景验证创新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26299" y="5353050"/>
            <a:ext cx="398150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覆盖</a:t>
            </a:r>
            <a:r>
              <a:rPr lang="en-US" sz="1400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多类真实场景</a:t>
            </a:r>
            <a:r>
              <a:rPr lang="en-US" sz="1400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，采集1万+数据验证。</a:t>
            </a:r>
            <a:endParaRPr lang="en-US" sz="1600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F9BBF58-4B42-5AA1-5AA8-9C27A9703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781" y="134380"/>
            <a:ext cx="4186902" cy="349940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9-d2v6sgdnfo2stf9dkco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5"/>
          <a:srcRect t="3182" b="3182"/>
          <a:stretch/>
        </p:blipFill>
        <p:spPr>
          <a:xfrm rot="3660000">
            <a:off x="866140" y="1471930"/>
            <a:ext cx="1496060" cy="13627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0724515" y="549275"/>
            <a:ext cx="919480" cy="619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2" descr="https://kimi-img.moonshot.cn/pub/slides/slides_tmpl/image/25-09-08-13:48:51-d2v6sgtnfo2stf9dkcp0.png"/>
          <p:cNvPicPr>
            <a:picLocks noChangeAspect="1"/>
          </p:cNvPicPr>
          <p:nvPr/>
        </p:nvPicPr>
        <p:blipFill>
          <a:blip r:embed="rId6"/>
          <a:srcRect b="6067"/>
          <a:stretch/>
        </p:blipFill>
        <p:spPr>
          <a:xfrm>
            <a:off x="1779905" y="811530"/>
            <a:ext cx="9013825" cy="604647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490720" y="1254125"/>
            <a:ext cx="3592195" cy="1460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197D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096385" y="2736850"/>
            <a:ext cx="4133215" cy="48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进度与成果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5"/>
          <a:srcRect t="3182" b="3182"/>
          <a:stretch/>
        </p:blipFill>
        <p:spPr>
          <a:xfrm rot="3660000">
            <a:off x="9911080" y="3326130"/>
            <a:ext cx="1117600" cy="101790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60425" y="4230370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5"/>
          <p:cNvSpPr/>
          <p:nvPr/>
        </p:nvSpPr>
        <p:spPr>
          <a:xfrm>
            <a:off x="860425" y="4230370"/>
            <a:ext cx="919480" cy="619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8-d2v6sg5nfo2stf9dkc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8440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F52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时间线与阶段性里程碑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62000" y="3911600"/>
            <a:ext cx="10668000" cy="50800"/>
          </a:xfrm>
          <a:custGeom>
            <a:avLst/>
            <a:gdLst/>
            <a:ahLst/>
            <a:cxnLst/>
            <a:rect l="l" t="t" r="r" b="b"/>
            <a:pathLst>
              <a:path w="10668000" h="50800">
                <a:moveTo>
                  <a:pt x="0" y="0"/>
                </a:moveTo>
                <a:lnTo>
                  <a:pt x="10668000" y="0"/>
                </a:lnTo>
                <a:lnTo>
                  <a:pt x="10668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DADE2">
              <a:alpha val="5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943100" y="345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08000" y="4114800"/>
            <a:ext cx="317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2025.7调研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470400"/>
            <a:ext cx="317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技术调研、文献综述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91050" y="3454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3175000" y="4114800"/>
            <a:ext cx="317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2025.8 开发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175000" y="4470400"/>
            <a:ext cx="317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平台搭建、LLM集成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96150" y="3454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71450" y="0"/>
                </a:moveTo>
                <a:lnTo>
                  <a:pt x="76200" y="0"/>
                </a:lnTo>
                <a:cubicBezTo>
                  <a:pt x="65663" y="0"/>
                  <a:pt x="57150" y="8513"/>
                  <a:pt x="57150" y="19050"/>
                </a:cubicBezTo>
                <a:cubicBezTo>
                  <a:pt x="57150" y="29587"/>
                  <a:pt x="65663" y="38100"/>
                  <a:pt x="76200" y="38100"/>
                </a:cubicBezTo>
                <a:lnTo>
                  <a:pt x="76200" y="128290"/>
                </a:lnTo>
                <a:lnTo>
                  <a:pt x="4465" y="253782"/>
                </a:lnTo>
                <a:cubicBezTo>
                  <a:pt x="1548" y="258961"/>
                  <a:pt x="0" y="264735"/>
                  <a:pt x="0" y="270689"/>
                </a:cubicBezTo>
                <a:cubicBezTo>
                  <a:pt x="0" y="289560"/>
                  <a:pt x="15240" y="304800"/>
                  <a:pt x="34111" y="304800"/>
                </a:cubicBezTo>
                <a:lnTo>
                  <a:pt x="232589" y="304800"/>
                </a:lnTo>
                <a:cubicBezTo>
                  <a:pt x="251400" y="304800"/>
                  <a:pt x="266700" y="289560"/>
                  <a:pt x="266700" y="270689"/>
                </a:cubicBezTo>
                <a:cubicBezTo>
                  <a:pt x="266700" y="264735"/>
                  <a:pt x="265152" y="258901"/>
                  <a:pt x="262235" y="253782"/>
                </a:cubicBezTo>
                <a:lnTo>
                  <a:pt x="190500" y="128290"/>
                </a:lnTo>
                <a:lnTo>
                  <a:pt x="190500" y="38100"/>
                </a:lnTo>
                <a:cubicBezTo>
                  <a:pt x="201037" y="38100"/>
                  <a:pt x="209550" y="29587"/>
                  <a:pt x="209550" y="19050"/>
                </a:cubicBezTo>
                <a:cubicBezTo>
                  <a:pt x="209550" y="8513"/>
                  <a:pt x="201037" y="0"/>
                  <a:pt x="190500" y="0"/>
                </a:cubicBezTo>
                <a:lnTo>
                  <a:pt x="171450" y="0"/>
                </a:lnTo>
                <a:close/>
                <a:moveTo>
                  <a:pt x="114300" y="128290"/>
                </a:moveTo>
                <a:lnTo>
                  <a:pt x="114300" y="38100"/>
                </a:lnTo>
                <a:lnTo>
                  <a:pt x="152400" y="38100"/>
                </a:lnTo>
                <a:lnTo>
                  <a:pt x="152400" y="128290"/>
                </a:lnTo>
                <a:cubicBezTo>
                  <a:pt x="152400" y="134898"/>
                  <a:pt x="154126" y="141446"/>
                  <a:pt x="157401" y="147221"/>
                </a:cubicBezTo>
                <a:lnTo>
                  <a:pt x="182166" y="190500"/>
                </a:lnTo>
                <a:lnTo>
                  <a:pt x="84534" y="190500"/>
                </a:lnTo>
                <a:lnTo>
                  <a:pt x="109299" y="147221"/>
                </a:lnTo>
                <a:cubicBezTo>
                  <a:pt x="112574" y="141446"/>
                  <a:pt x="114300" y="134957"/>
                  <a:pt x="114300" y="12829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842000" y="4114800"/>
            <a:ext cx="317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2026.1 </a:t>
            </a:r>
            <a:r>
              <a:rPr lang="en-US" sz="1600" b="1" dirty="0" err="1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842000" y="4470400"/>
            <a:ext cx="317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用户测试、数据收集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982200" y="3454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8509000" y="4114800"/>
            <a:ext cx="317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2026.6 撰写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9000" y="4470400"/>
            <a:ext cx="317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论文撰写、答辩准备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8-d2v6sg5nfo2stf9dkc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90550"/>
            <a:ext cx="1219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0F52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预期交付与价值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1504950"/>
            <a:ext cx="5689600" cy="2235200"/>
          </a:xfrm>
          <a:custGeom>
            <a:avLst/>
            <a:gdLst/>
            <a:ahLst/>
            <a:cxnLst/>
            <a:rect l="l" t="t" r="r" b="b"/>
            <a:pathLst>
              <a:path w="5689600" h="22352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33610"/>
                </a:lnTo>
                <a:cubicBezTo>
                  <a:pt x="5689600" y="2189717"/>
                  <a:pt x="5644117" y="2235200"/>
                  <a:pt x="55880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717800" y="1933575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76200" y="114300"/>
                </a:moveTo>
                <a:cubicBezTo>
                  <a:pt x="76200" y="72271"/>
                  <a:pt x="110371" y="38100"/>
                  <a:pt x="152400" y="38100"/>
                </a:cubicBezTo>
                <a:lnTo>
                  <a:pt x="609600" y="38100"/>
                </a:lnTo>
                <a:cubicBezTo>
                  <a:pt x="651629" y="38100"/>
                  <a:pt x="685800" y="72271"/>
                  <a:pt x="685800" y="114300"/>
                </a:cubicBezTo>
                <a:lnTo>
                  <a:pt x="685800" y="400050"/>
                </a:lnTo>
                <a:lnTo>
                  <a:pt x="609600" y="400050"/>
                </a:lnTo>
                <a:lnTo>
                  <a:pt x="609600" y="114300"/>
                </a:lnTo>
                <a:lnTo>
                  <a:pt x="152400" y="114300"/>
                </a:lnTo>
                <a:lnTo>
                  <a:pt x="152400" y="400050"/>
                </a:lnTo>
                <a:lnTo>
                  <a:pt x="76200" y="400050"/>
                </a:lnTo>
                <a:lnTo>
                  <a:pt x="76200" y="114300"/>
                </a:lnTo>
                <a:close/>
                <a:moveTo>
                  <a:pt x="0" y="480060"/>
                </a:moveTo>
                <a:cubicBezTo>
                  <a:pt x="0" y="467439"/>
                  <a:pt x="10239" y="457200"/>
                  <a:pt x="22860" y="457200"/>
                </a:cubicBezTo>
                <a:lnTo>
                  <a:pt x="739140" y="457200"/>
                </a:lnTo>
                <a:cubicBezTo>
                  <a:pt x="751761" y="457200"/>
                  <a:pt x="762000" y="467439"/>
                  <a:pt x="762000" y="480060"/>
                </a:cubicBezTo>
                <a:cubicBezTo>
                  <a:pt x="762000" y="530542"/>
                  <a:pt x="721043" y="571500"/>
                  <a:pt x="670560" y="571500"/>
                </a:cubicBezTo>
                <a:lnTo>
                  <a:pt x="91440" y="571500"/>
                </a:lnTo>
                <a:cubicBezTo>
                  <a:pt x="40957" y="571500"/>
                  <a:pt x="0" y="530543"/>
                  <a:pt x="0" y="480060"/>
                </a:cubicBezTo>
                <a:close/>
                <a:moveTo>
                  <a:pt x="334566" y="248841"/>
                </a:moveTo>
                <a:lnTo>
                  <a:pt x="297656" y="285750"/>
                </a:lnTo>
                <a:lnTo>
                  <a:pt x="334566" y="322659"/>
                </a:lnTo>
                <a:cubicBezTo>
                  <a:pt x="345758" y="333851"/>
                  <a:pt x="345758" y="351949"/>
                  <a:pt x="334566" y="363022"/>
                </a:cubicBezTo>
                <a:cubicBezTo>
                  <a:pt x="323374" y="374094"/>
                  <a:pt x="305276" y="374213"/>
                  <a:pt x="294203" y="363022"/>
                </a:cubicBezTo>
                <a:lnTo>
                  <a:pt x="237053" y="305872"/>
                </a:lnTo>
                <a:cubicBezTo>
                  <a:pt x="225862" y="294680"/>
                  <a:pt x="225862" y="276582"/>
                  <a:pt x="237053" y="265509"/>
                </a:cubicBezTo>
                <a:lnTo>
                  <a:pt x="294203" y="208359"/>
                </a:lnTo>
                <a:cubicBezTo>
                  <a:pt x="305395" y="197167"/>
                  <a:pt x="323493" y="197167"/>
                  <a:pt x="334566" y="208359"/>
                </a:cubicBezTo>
                <a:cubicBezTo>
                  <a:pt x="345638" y="219551"/>
                  <a:pt x="345758" y="237649"/>
                  <a:pt x="334566" y="248722"/>
                </a:cubicBezTo>
                <a:close/>
                <a:moveTo>
                  <a:pt x="467916" y="208359"/>
                </a:moveTo>
                <a:lnTo>
                  <a:pt x="525066" y="265509"/>
                </a:lnTo>
                <a:cubicBezTo>
                  <a:pt x="536258" y="276701"/>
                  <a:pt x="536258" y="294799"/>
                  <a:pt x="525066" y="305872"/>
                </a:cubicBezTo>
                <a:lnTo>
                  <a:pt x="467916" y="363022"/>
                </a:lnTo>
                <a:cubicBezTo>
                  <a:pt x="456724" y="374213"/>
                  <a:pt x="438626" y="374213"/>
                  <a:pt x="427553" y="363022"/>
                </a:cubicBezTo>
                <a:cubicBezTo>
                  <a:pt x="416481" y="351830"/>
                  <a:pt x="416362" y="333732"/>
                  <a:pt x="427553" y="322659"/>
                </a:cubicBezTo>
                <a:lnTo>
                  <a:pt x="464463" y="285750"/>
                </a:lnTo>
                <a:lnTo>
                  <a:pt x="427553" y="248841"/>
                </a:lnTo>
                <a:cubicBezTo>
                  <a:pt x="416362" y="237649"/>
                  <a:pt x="416362" y="219551"/>
                  <a:pt x="427553" y="208478"/>
                </a:cubicBezTo>
                <a:cubicBezTo>
                  <a:pt x="438745" y="197406"/>
                  <a:pt x="456843" y="197287"/>
                  <a:pt x="467916" y="208478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6" name="Text 3"/>
          <p:cNvSpPr/>
          <p:nvPr/>
        </p:nvSpPr>
        <p:spPr>
          <a:xfrm>
            <a:off x="1711722" y="2695575"/>
            <a:ext cx="276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智能编程学习平台原型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56903" y="3051175"/>
            <a:ext cx="368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一套可运行的平台，集成五大核心功能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788400" y="19335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68235"/>
                </a:moveTo>
                <a:lnTo>
                  <a:pt x="304800" y="536496"/>
                </a:lnTo>
                <a:lnTo>
                  <a:pt x="305395" y="536258"/>
                </a:lnTo>
                <a:cubicBezTo>
                  <a:pt x="370403" y="509230"/>
                  <a:pt x="440174" y="495300"/>
                  <a:pt x="510540" y="495300"/>
                </a:cubicBezTo>
                <a:lnTo>
                  <a:pt x="533400" y="495300"/>
                </a:lnTo>
                <a:lnTo>
                  <a:pt x="533400" y="114300"/>
                </a:lnTo>
                <a:lnTo>
                  <a:pt x="510540" y="114300"/>
                </a:lnTo>
                <a:cubicBezTo>
                  <a:pt x="460296" y="114300"/>
                  <a:pt x="410408" y="124301"/>
                  <a:pt x="363974" y="143589"/>
                </a:cubicBezTo>
                <a:cubicBezTo>
                  <a:pt x="343972" y="151924"/>
                  <a:pt x="324207" y="160139"/>
                  <a:pt x="304800" y="168235"/>
                </a:cubicBezTo>
                <a:close/>
                <a:moveTo>
                  <a:pt x="274915" y="73223"/>
                </a:moveTo>
                <a:lnTo>
                  <a:pt x="304800" y="85725"/>
                </a:lnTo>
                <a:lnTo>
                  <a:pt x="334685" y="73223"/>
                </a:lnTo>
                <a:cubicBezTo>
                  <a:pt x="390406" y="50006"/>
                  <a:pt x="450175" y="38100"/>
                  <a:pt x="510540" y="38100"/>
                </a:cubicBezTo>
                <a:lnTo>
                  <a:pt x="552450" y="38100"/>
                </a:lnTo>
                <a:cubicBezTo>
                  <a:pt x="584002" y="38100"/>
                  <a:pt x="609600" y="63698"/>
                  <a:pt x="609600" y="95250"/>
                </a:cubicBezTo>
                <a:lnTo>
                  <a:pt x="609600" y="514350"/>
                </a:lnTo>
                <a:cubicBezTo>
                  <a:pt x="609600" y="545902"/>
                  <a:pt x="584002" y="571500"/>
                  <a:pt x="552450" y="571500"/>
                </a:cubicBezTo>
                <a:lnTo>
                  <a:pt x="510540" y="571500"/>
                </a:lnTo>
                <a:cubicBezTo>
                  <a:pt x="450175" y="571500"/>
                  <a:pt x="390406" y="583406"/>
                  <a:pt x="334685" y="606623"/>
                </a:cubicBezTo>
                <a:lnTo>
                  <a:pt x="319445" y="612934"/>
                </a:lnTo>
                <a:cubicBezTo>
                  <a:pt x="310039" y="616863"/>
                  <a:pt x="299561" y="616863"/>
                  <a:pt x="290155" y="612934"/>
                </a:cubicBezTo>
                <a:lnTo>
                  <a:pt x="274915" y="606623"/>
                </a:lnTo>
                <a:cubicBezTo>
                  <a:pt x="219194" y="583406"/>
                  <a:pt x="159425" y="571500"/>
                  <a:pt x="99060" y="571500"/>
                </a:cubicBezTo>
                <a:lnTo>
                  <a:pt x="57150" y="571500"/>
                </a:lnTo>
                <a:cubicBezTo>
                  <a:pt x="25598" y="571500"/>
                  <a:pt x="0" y="545902"/>
                  <a:pt x="0" y="514350"/>
                </a:cubicBezTo>
                <a:lnTo>
                  <a:pt x="0" y="95250"/>
                </a:lnTo>
                <a:cubicBezTo>
                  <a:pt x="0" y="63698"/>
                  <a:pt x="25598" y="38100"/>
                  <a:pt x="57150" y="38100"/>
                </a:cubicBezTo>
                <a:lnTo>
                  <a:pt x="99060" y="38100"/>
                </a:lnTo>
                <a:cubicBezTo>
                  <a:pt x="159425" y="38100"/>
                  <a:pt x="219194" y="50006"/>
                  <a:pt x="274915" y="73223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9" name="Text 6"/>
          <p:cNvSpPr/>
          <p:nvPr/>
        </p:nvSpPr>
        <p:spPr>
          <a:xfrm>
            <a:off x="8159353" y="2695575"/>
            <a:ext cx="186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教学实验报告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82492" y="3051175"/>
            <a:ext cx="436789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一份含</a:t>
            </a:r>
            <a:r>
              <a:rPr lang="en-US" sz="1400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1万+数据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的报告，提供行为分析与教学建议。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54000" y="4038600"/>
            <a:ext cx="5689600" cy="2235200"/>
          </a:xfrm>
          <a:custGeom>
            <a:avLst/>
            <a:gdLst/>
            <a:ahLst/>
            <a:cxnLst/>
            <a:rect l="l" t="t" r="r" b="b"/>
            <a:pathLst>
              <a:path w="5689600" h="22352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33610"/>
                </a:lnTo>
                <a:cubicBezTo>
                  <a:pt x="5689600" y="2189717"/>
                  <a:pt x="5644117" y="2235200"/>
                  <a:pt x="55880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717800" y="4467225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13" name="Text 10"/>
          <p:cNvSpPr/>
          <p:nvPr/>
        </p:nvSpPr>
        <p:spPr>
          <a:xfrm>
            <a:off x="1707952" y="5229225"/>
            <a:ext cx="278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LLM教育融合技术方案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63638" y="5584825"/>
            <a:ext cx="387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一套涵盖提示工程、RAG部署的技术方案。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48400" y="4038600"/>
            <a:ext cx="5689600" cy="2235200"/>
          </a:xfrm>
          <a:custGeom>
            <a:avLst/>
            <a:gdLst/>
            <a:ahLst/>
            <a:cxnLst/>
            <a:rect l="l" t="t" r="r" b="b"/>
            <a:pathLst>
              <a:path w="5689600" h="22352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33610"/>
                </a:lnTo>
                <a:cubicBezTo>
                  <a:pt x="5689600" y="2189717"/>
                  <a:pt x="5644117" y="2235200"/>
                  <a:pt x="55880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750300" y="4467225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57150" y="233124"/>
                </a:moveTo>
                <a:lnTo>
                  <a:pt x="306229" y="335637"/>
                </a:lnTo>
                <a:cubicBezTo>
                  <a:pt x="317897" y="340400"/>
                  <a:pt x="330279" y="342900"/>
                  <a:pt x="342900" y="342900"/>
                </a:cubicBezTo>
                <a:cubicBezTo>
                  <a:pt x="355521" y="342900"/>
                  <a:pt x="367903" y="340400"/>
                  <a:pt x="379571" y="335637"/>
                </a:cubicBezTo>
                <a:lnTo>
                  <a:pt x="668179" y="216813"/>
                </a:lnTo>
                <a:cubicBezTo>
                  <a:pt x="678894" y="212407"/>
                  <a:pt x="685800" y="202049"/>
                  <a:pt x="685800" y="190500"/>
                </a:cubicBezTo>
                <a:cubicBezTo>
                  <a:pt x="685800" y="178951"/>
                  <a:pt x="678894" y="168592"/>
                  <a:pt x="668179" y="164187"/>
                </a:cubicBezTo>
                <a:lnTo>
                  <a:pt x="379571" y="45363"/>
                </a:lnTo>
                <a:cubicBezTo>
                  <a:pt x="367903" y="40600"/>
                  <a:pt x="355521" y="38100"/>
                  <a:pt x="342900" y="38100"/>
                </a:cubicBezTo>
                <a:cubicBezTo>
                  <a:pt x="330279" y="38100"/>
                  <a:pt x="317897" y="40600"/>
                  <a:pt x="306229" y="45363"/>
                </a:cubicBezTo>
                <a:lnTo>
                  <a:pt x="17621" y="164187"/>
                </a:lnTo>
                <a:cubicBezTo>
                  <a:pt x="6906" y="168592"/>
                  <a:pt x="0" y="178951"/>
                  <a:pt x="0" y="190500"/>
                </a:cubicBezTo>
                <a:lnTo>
                  <a:pt x="0" y="542925"/>
                </a:lnTo>
                <a:cubicBezTo>
                  <a:pt x="0" y="558760"/>
                  <a:pt x="12740" y="571500"/>
                  <a:pt x="28575" y="571500"/>
                </a:cubicBezTo>
                <a:cubicBezTo>
                  <a:pt x="44410" y="571500"/>
                  <a:pt x="57150" y="558760"/>
                  <a:pt x="57150" y="542925"/>
                </a:cubicBezTo>
                <a:lnTo>
                  <a:pt x="57150" y="233124"/>
                </a:lnTo>
                <a:close/>
                <a:moveTo>
                  <a:pt x="114300" y="318492"/>
                </a:moveTo>
                <a:lnTo>
                  <a:pt x="114300" y="457200"/>
                </a:lnTo>
                <a:cubicBezTo>
                  <a:pt x="114300" y="520303"/>
                  <a:pt x="216694" y="571500"/>
                  <a:pt x="342900" y="571500"/>
                </a:cubicBezTo>
                <a:cubicBezTo>
                  <a:pt x="469106" y="571500"/>
                  <a:pt x="571500" y="520303"/>
                  <a:pt x="571500" y="457200"/>
                </a:cubicBezTo>
                <a:lnTo>
                  <a:pt x="571500" y="318373"/>
                </a:lnTo>
                <a:lnTo>
                  <a:pt x="401360" y="388501"/>
                </a:lnTo>
                <a:cubicBezTo>
                  <a:pt x="382786" y="396121"/>
                  <a:pt x="363022" y="400050"/>
                  <a:pt x="342900" y="400050"/>
                </a:cubicBezTo>
                <a:cubicBezTo>
                  <a:pt x="322778" y="400050"/>
                  <a:pt x="303014" y="396121"/>
                  <a:pt x="284440" y="388501"/>
                </a:cubicBezTo>
                <a:lnTo>
                  <a:pt x="114300" y="318373"/>
                </a:ln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17" name="Text 14"/>
          <p:cNvSpPr/>
          <p:nvPr/>
        </p:nvSpPr>
        <p:spPr>
          <a:xfrm>
            <a:off x="8385969" y="5229225"/>
            <a:ext cx="140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毕业论文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22070" y="5584825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一篇系统阐述平台设计、实验验证与教育启示的论文。</a:t>
            </a:r>
            <a:endParaRPr lang="en-US" sz="1600" dirty="0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9EB74B73-120B-29A3-A96E-7FC98CF36015}"/>
              </a:ext>
            </a:extLst>
          </p:cNvPr>
          <p:cNvSpPr/>
          <p:nvPr/>
        </p:nvSpPr>
        <p:spPr>
          <a:xfrm>
            <a:off x="6248400" y="1504950"/>
            <a:ext cx="5689600" cy="2235200"/>
          </a:xfrm>
          <a:custGeom>
            <a:avLst/>
            <a:gdLst/>
            <a:ahLst/>
            <a:cxnLst/>
            <a:rect l="l" t="t" r="r" b="b"/>
            <a:pathLst>
              <a:path w="5689600" h="22352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33610"/>
                </a:lnTo>
                <a:cubicBezTo>
                  <a:pt x="5689600" y="2189717"/>
                  <a:pt x="5644117" y="2235200"/>
                  <a:pt x="5588010" y="2235200"/>
                </a:cubicBezTo>
                <a:lnTo>
                  <a:pt x="101590" y="2235200"/>
                </a:lnTo>
                <a:cubicBezTo>
                  <a:pt x="45483" y="2235200"/>
                  <a:pt x="0" y="2189717"/>
                  <a:pt x="0" y="21336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9-d2v6sgdnfo2stf9dkco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5"/>
          <a:srcRect t="3182" b="3182"/>
          <a:stretch/>
        </p:blipFill>
        <p:spPr>
          <a:xfrm rot="3660000">
            <a:off x="866140" y="1471930"/>
            <a:ext cx="1496060" cy="136271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724515" y="549275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0724515" y="549275"/>
            <a:ext cx="919480" cy="619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2" descr="https://kimi-img.moonshot.cn/pub/slides/slides_tmpl/image/25-09-08-13:48:51-d2v6sgtnfo2stf9dkcp0.png"/>
          <p:cNvPicPr>
            <a:picLocks noChangeAspect="1"/>
          </p:cNvPicPr>
          <p:nvPr/>
        </p:nvPicPr>
        <p:blipFill>
          <a:blip r:embed="rId6"/>
          <a:srcRect b="6067"/>
          <a:stretch/>
        </p:blipFill>
        <p:spPr>
          <a:xfrm>
            <a:off x="1779905" y="811530"/>
            <a:ext cx="9013825" cy="604647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490720" y="1254125"/>
            <a:ext cx="3592195" cy="1460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197D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4096385" y="2736850"/>
            <a:ext cx="4133215" cy="48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总结致谢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8-13:48:46-d2v6sflnfo2stf9dkcl0.png"/>
          <p:cNvPicPr>
            <a:picLocks noChangeAspect="1"/>
          </p:cNvPicPr>
          <p:nvPr/>
        </p:nvPicPr>
        <p:blipFill>
          <a:blip r:embed="rId5"/>
          <a:srcRect t="3182" b="3182"/>
          <a:stretch/>
        </p:blipFill>
        <p:spPr>
          <a:xfrm rot="3660000">
            <a:off x="9911080" y="3326130"/>
            <a:ext cx="1117600" cy="101790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60425" y="4230370"/>
            <a:ext cx="919480" cy="619125"/>
          </a:xfrm>
          <a:custGeom>
            <a:avLst/>
            <a:gdLst/>
            <a:ahLst/>
            <a:cxnLst/>
            <a:rect l="l" t="t" r="r" b="b"/>
            <a:pathLst>
              <a:path w="919480" h="619125">
                <a:moveTo>
                  <a:pt x="40935" y="22074"/>
                </a:moveTo>
                <a:cubicBezTo>
                  <a:pt x="40935" y="34312"/>
                  <a:pt x="31596" y="44234"/>
                  <a:pt x="20075" y="44234"/>
                </a:cubicBezTo>
                <a:cubicBezTo>
                  <a:pt x="8554" y="44234"/>
                  <a:pt x="-786" y="34312"/>
                  <a:pt x="-786" y="22074"/>
                </a:cubicBezTo>
                <a:cubicBezTo>
                  <a:pt x="-786" y="9835"/>
                  <a:pt x="8554" y="-86"/>
                  <a:pt x="20075" y="-86"/>
                </a:cubicBezTo>
                <a:cubicBezTo>
                  <a:pt x="31591" y="-92"/>
                  <a:pt x="40930" y="9820"/>
                  <a:pt x="40935" y="22052"/>
                </a:cubicBezTo>
                <a:cubicBezTo>
                  <a:pt x="40935" y="22060"/>
                  <a:pt x="40935" y="22067"/>
                  <a:pt x="40935" y="22074"/>
                </a:cubicBezTo>
                <a:close/>
                <a:moveTo>
                  <a:pt x="216654" y="22074"/>
                </a:moveTo>
                <a:cubicBezTo>
                  <a:pt x="216654" y="34312"/>
                  <a:pt x="207315" y="44234"/>
                  <a:pt x="195794" y="44234"/>
                </a:cubicBezTo>
                <a:cubicBezTo>
                  <a:pt x="184273" y="44234"/>
                  <a:pt x="174933" y="34312"/>
                  <a:pt x="174933" y="22074"/>
                </a:cubicBezTo>
                <a:cubicBezTo>
                  <a:pt x="174933" y="9835"/>
                  <a:pt x="184273" y="-86"/>
                  <a:pt x="195794" y="-86"/>
                </a:cubicBezTo>
                <a:cubicBezTo>
                  <a:pt x="207308" y="-72"/>
                  <a:pt x="216641" y="9841"/>
                  <a:pt x="216654" y="22074"/>
                </a:cubicBezTo>
                <a:close/>
                <a:moveTo>
                  <a:pt x="392324" y="22074"/>
                </a:moveTo>
                <a:cubicBezTo>
                  <a:pt x="392324" y="34312"/>
                  <a:pt x="382984" y="44234"/>
                  <a:pt x="371464" y="44234"/>
                </a:cubicBezTo>
                <a:cubicBezTo>
                  <a:pt x="359943" y="44234"/>
                  <a:pt x="350603" y="34312"/>
                  <a:pt x="350603" y="22074"/>
                </a:cubicBezTo>
                <a:cubicBezTo>
                  <a:pt x="350603" y="9835"/>
                  <a:pt x="359943" y="-86"/>
                  <a:pt x="371464" y="-86"/>
                </a:cubicBezTo>
                <a:cubicBezTo>
                  <a:pt x="382979" y="-92"/>
                  <a:pt x="392318" y="9820"/>
                  <a:pt x="392324" y="22052"/>
                </a:cubicBezTo>
                <a:cubicBezTo>
                  <a:pt x="392324" y="22060"/>
                  <a:pt x="392324" y="22067"/>
                  <a:pt x="392324" y="22074"/>
                </a:cubicBezTo>
                <a:close/>
                <a:moveTo>
                  <a:pt x="568043" y="22074"/>
                </a:moveTo>
                <a:cubicBezTo>
                  <a:pt x="568043" y="34312"/>
                  <a:pt x="558704" y="44234"/>
                  <a:pt x="547183" y="44234"/>
                </a:cubicBezTo>
                <a:cubicBezTo>
                  <a:pt x="535662" y="44234"/>
                  <a:pt x="526322" y="34312"/>
                  <a:pt x="526322" y="22074"/>
                </a:cubicBezTo>
                <a:cubicBezTo>
                  <a:pt x="526322" y="9835"/>
                  <a:pt x="535662" y="-86"/>
                  <a:pt x="547183" y="-86"/>
                </a:cubicBezTo>
                <a:cubicBezTo>
                  <a:pt x="558699" y="-92"/>
                  <a:pt x="568037" y="9820"/>
                  <a:pt x="568043" y="22052"/>
                </a:cubicBezTo>
                <a:cubicBezTo>
                  <a:pt x="568043" y="22060"/>
                  <a:pt x="568043" y="22067"/>
                  <a:pt x="568043" y="22074"/>
                </a:cubicBezTo>
                <a:close/>
                <a:moveTo>
                  <a:pt x="743762" y="22074"/>
                </a:moveTo>
                <a:cubicBezTo>
                  <a:pt x="743762" y="34312"/>
                  <a:pt x="734423" y="44234"/>
                  <a:pt x="722902" y="44234"/>
                </a:cubicBezTo>
                <a:cubicBezTo>
                  <a:pt x="711381" y="44234"/>
                  <a:pt x="702041" y="34312"/>
                  <a:pt x="702041" y="22074"/>
                </a:cubicBezTo>
                <a:cubicBezTo>
                  <a:pt x="702041" y="9835"/>
                  <a:pt x="711381" y="-86"/>
                  <a:pt x="722902" y="-86"/>
                </a:cubicBezTo>
                <a:cubicBezTo>
                  <a:pt x="734418" y="-92"/>
                  <a:pt x="743756" y="9820"/>
                  <a:pt x="743762" y="22052"/>
                </a:cubicBezTo>
                <a:cubicBezTo>
                  <a:pt x="743762" y="22060"/>
                  <a:pt x="743762" y="22067"/>
                  <a:pt x="743762" y="22074"/>
                </a:cubicBezTo>
                <a:close/>
                <a:moveTo>
                  <a:pt x="919480" y="22074"/>
                </a:moveTo>
                <a:cubicBezTo>
                  <a:pt x="919480" y="34312"/>
                  <a:pt x="910141" y="44234"/>
                  <a:pt x="898620" y="44234"/>
                </a:cubicBezTo>
                <a:cubicBezTo>
                  <a:pt x="887099" y="44234"/>
                  <a:pt x="877759" y="34312"/>
                  <a:pt x="877759" y="22074"/>
                </a:cubicBezTo>
                <a:cubicBezTo>
                  <a:pt x="877759" y="9835"/>
                  <a:pt x="887099" y="-86"/>
                  <a:pt x="898620" y="-86"/>
                </a:cubicBezTo>
                <a:cubicBezTo>
                  <a:pt x="910134" y="-72"/>
                  <a:pt x="919467" y="9841"/>
                  <a:pt x="919480" y="22074"/>
                </a:cubicBezTo>
                <a:close/>
                <a:moveTo>
                  <a:pt x="40935" y="165796"/>
                </a:moveTo>
                <a:cubicBezTo>
                  <a:pt x="40935" y="178035"/>
                  <a:pt x="31596" y="187957"/>
                  <a:pt x="20075" y="187957"/>
                </a:cubicBezTo>
                <a:cubicBezTo>
                  <a:pt x="8554" y="187957"/>
                  <a:pt x="-786" y="178035"/>
                  <a:pt x="-786" y="165796"/>
                </a:cubicBezTo>
                <a:cubicBezTo>
                  <a:pt x="-786" y="153558"/>
                  <a:pt x="8554" y="143636"/>
                  <a:pt x="20075" y="143636"/>
                </a:cubicBezTo>
                <a:cubicBezTo>
                  <a:pt x="31591" y="143630"/>
                  <a:pt x="40930" y="153543"/>
                  <a:pt x="40935" y="165776"/>
                </a:cubicBezTo>
                <a:cubicBezTo>
                  <a:pt x="40935" y="165783"/>
                  <a:pt x="40935" y="165790"/>
                  <a:pt x="40935" y="165796"/>
                </a:cubicBezTo>
                <a:close/>
                <a:moveTo>
                  <a:pt x="216654" y="165796"/>
                </a:moveTo>
                <a:cubicBezTo>
                  <a:pt x="216654" y="178035"/>
                  <a:pt x="207315" y="187957"/>
                  <a:pt x="195794" y="187957"/>
                </a:cubicBezTo>
                <a:cubicBezTo>
                  <a:pt x="184273" y="187957"/>
                  <a:pt x="174933" y="178035"/>
                  <a:pt x="174933" y="165796"/>
                </a:cubicBezTo>
                <a:cubicBezTo>
                  <a:pt x="174933" y="153558"/>
                  <a:pt x="184273" y="143636"/>
                  <a:pt x="195794" y="143636"/>
                </a:cubicBezTo>
                <a:cubicBezTo>
                  <a:pt x="207308" y="143651"/>
                  <a:pt x="216641" y="153564"/>
                  <a:pt x="216654" y="165796"/>
                </a:cubicBezTo>
                <a:close/>
                <a:moveTo>
                  <a:pt x="392324" y="165796"/>
                </a:moveTo>
                <a:cubicBezTo>
                  <a:pt x="392324" y="178035"/>
                  <a:pt x="382984" y="187957"/>
                  <a:pt x="371464" y="187957"/>
                </a:cubicBezTo>
                <a:cubicBezTo>
                  <a:pt x="359943" y="187957"/>
                  <a:pt x="350603" y="178035"/>
                  <a:pt x="350603" y="165796"/>
                </a:cubicBezTo>
                <a:cubicBezTo>
                  <a:pt x="350603" y="153558"/>
                  <a:pt x="359943" y="143636"/>
                  <a:pt x="371464" y="143636"/>
                </a:cubicBezTo>
                <a:cubicBezTo>
                  <a:pt x="382979" y="143630"/>
                  <a:pt x="392318" y="153543"/>
                  <a:pt x="392324" y="165776"/>
                </a:cubicBezTo>
                <a:cubicBezTo>
                  <a:pt x="392324" y="165783"/>
                  <a:pt x="392324" y="165790"/>
                  <a:pt x="392324" y="165796"/>
                </a:cubicBezTo>
                <a:close/>
                <a:moveTo>
                  <a:pt x="568043" y="165796"/>
                </a:moveTo>
                <a:cubicBezTo>
                  <a:pt x="568043" y="178035"/>
                  <a:pt x="558704" y="187957"/>
                  <a:pt x="547183" y="187957"/>
                </a:cubicBezTo>
                <a:cubicBezTo>
                  <a:pt x="535662" y="187957"/>
                  <a:pt x="526322" y="178035"/>
                  <a:pt x="526322" y="165796"/>
                </a:cubicBezTo>
                <a:cubicBezTo>
                  <a:pt x="526322" y="153558"/>
                  <a:pt x="535662" y="143636"/>
                  <a:pt x="547183" y="143636"/>
                </a:cubicBezTo>
                <a:cubicBezTo>
                  <a:pt x="558699" y="143630"/>
                  <a:pt x="568037" y="153543"/>
                  <a:pt x="568043" y="165776"/>
                </a:cubicBezTo>
                <a:cubicBezTo>
                  <a:pt x="568043" y="165783"/>
                  <a:pt x="568043" y="165790"/>
                  <a:pt x="568043" y="165796"/>
                </a:cubicBezTo>
                <a:close/>
                <a:moveTo>
                  <a:pt x="743762" y="165796"/>
                </a:moveTo>
                <a:cubicBezTo>
                  <a:pt x="743762" y="178035"/>
                  <a:pt x="734423" y="187957"/>
                  <a:pt x="722902" y="187957"/>
                </a:cubicBezTo>
                <a:cubicBezTo>
                  <a:pt x="711381" y="187957"/>
                  <a:pt x="702041" y="178035"/>
                  <a:pt x="702041" y="165796"/>
                </a:cubicBezTo>
                <a:cubicBezTo>
                  <a:pt x="702041" y="153558"/>
                  <a:pt x="711381" y="143636"/>
                  <a:pt x="722902" y="143636"/>
                </a:cubicBezTo>
                <a:cubicBezTo>
                  <a:pt x="734418" y="143630"/>
                  <a:pt x="743756" y="153543"/>
                  <a:pt x="743762" y="165776"/>
                </a:cubicBezTo>
                <a:cubicBezTo>
                  <a:pt x="743762" y="165783"/>
                  <a:pt x="743762" y="165790"/>
                  <a:pt x="743762" y="165796"/>
                </a:cubicBezTo>
                <a:close/>
                <a:moveTo>
                  <a:pt x="919480" y="165796"/>
                </a:moveTo>
                <a:cubicBezTo>
                  <a:pt x="919480" y="178035"/>
                  <a:pt x="910141" y="187957"/>
                  <a:pt x="898620" y="187957"/>
                </a:cubicBezTo>
                <a:cubicBezTo>
                  <a:pt x="887099" y="187957"/>
                  <a:pt x="877759" y="178035"/>
                  <a:pt x="877759" y="165796"/>
                </a:cubicBezTo>
                <a:cubicBezTo>
                  <a:pt x="877759" y="153558"/>
                  <a:pt x="887099" y="143636"/>
                  <a:pt x="898620" y="143636"/>
                </a:cubicBezTo>
                <a:cubicBezTo>
                  <a:pt x="910134" y="143651"/>
                  <a:pt x="919467" y="153564"/>
                  <a:pt x="919480" y="165796"/>
                </a:cubicBezTo>
                <a:close/>
                <a:moveTo>
                  <a:pt x="40935" y="309519"/>
                </a:moveTo>
                <a:cubicBezTo>
                  <a:pt x="40935" y="321758"/>
                  <a:pt x="31596" y="331679"/>
                  <a:pt x="20075" y="331679"/>
                </a:cubicBezTo>
                <a:cubicBezTo>
                  <a:pt x="8554" y="331679"/>
                  <a:pt x="-786" y="321758"/>
                  <a:pt x="-786" y="309519"/>
                </a:cubicBezTo>
                <a:cubicBezTo>
                  <a:pt x="-786" y="297280"/>
                  <a:pt x="8554" y="287359"/>
                  <a:pt x="20075" y="287359"/>
                </a:cubicBezTo>
                <a:cubicBezTo>
                  <a:pt x="31591" y="287353"/>
                  <a:pt x="40930" y="297265"/>
                  <a:pt x="40935" y="309498"/>
                </a:cubicBezTo>
                <a:cubicBezTo>
                  <a:pt x="40935" y="309505"/>
                  <a:pt x="40935" y="309512"/>
                  <a:pt x="40935" y="309519"/>
                </a:cubicBezTo>
                <a:close/>
                <a:moveTo>
                  <a:pt x="216654" y="309519"/>
                </a:moveTo>
                <a:cubicBezTo>
                  <a:pt x="216654" y="321758"/>
                  <a:pt x="207315" y="331679"/>
                  <a:pt x="195794" y="331679"/>
                </a:cubicBezTo>
                <a:cubicBezTo>
                  <a:pt x="184273" y="331679"/>
                  <a:pt x="174933" y="321758"/>
                  <a:pt x="174933" y="309519"/>
                </a:cubicBezTo>
                <a:cubicBezTo>
                  <a:pt x="174933" y="297280"/>
                  <a:pt x="184273" y="287359"/>
                  <a:pt x="195794" y="287359"/>
                </a:cubicBezTo>
                <a:cubicBezTo>
                  <a:pt x="207308" y="287374"/>
                  <a:pt x="216641" y="297286"/>
                  <a:pt x="216654" y="309519"/>
                </a:cubicBezTo>
                <a:close/>
                <a:moveTo>
                  <a:pt x="392324" y="309519"/>
                </a:moveTo>
                <a:cubicBezTo>
                  <a:pt x="392324" y="321758"/>
                  <a:pt x="382984" y="331679"/>
                  <a:pt x="371464" y="331679"/>
                </a:cubicBezTo>
                <a:cubicBezTo>
                  <a:pt x="359943" y="331679"/>
                  <a:pt x="350603" y="321758"/>
                  <a:pt x="350603" y="309519"/>
                </a:cubicBezTo>
                <a:cubicBezTo>
                  <a:pt x="350603" y="297280"/>
                  <a:pt x="359943" y="287359"/>
                  <a:pt x="371464" y="287359"/>
                </a:cubicBezTo>
                <a:cubicBezTo>
                  <a:pt x="382979" y="287353"/>
                  <a:pt x="392318" y="297265"/>
                  <a:pt x="392324" y="309498"/>
                </a:cubicBezTo>
                <a:cubicBezTo>
                  <a:pt x="392324" y="309505"/>
                  <a:pt x="392324" y="309512"/>
                  <a:pt x="392324" y="309519"/>
                </a:cubicBezTo>
                <a:close/>
                <a:moveTo>
                  <a:pt x="568043" y="309519"/>
                </a:moveTo>
                <a:cubicBezTo>
                  <a:pt x="568043" y="321758"/>
                  <a:pt x="558704" y="331679"/>
                  <a:pt x="547183" y="331679"/>
                </a:cubicBezTo>
                <a:cubicBezTo>
                  <a:pt x="535662" y="331679"/>
                  <a:pt x="526322" y="321758"/>
                  <a:pt x="526322" y="309519"/>
                </a:cubicBezTo>
                <a:cubicBezTo>
                  <a:pt x="526322" y="297280"/>
                  <a:pt x="535662" y="287359"/>
                  <a:pt x="547183" y="287359"/>
                </a:cubicBezTo>
                <a:cubicBezTo>
                  <a:pt x="558699" y="287353"/>
                  <a:pt x="568037" y="297265"/>
                  <a:pt x="568043" y="309498"/>
                </a:cubicBezTo>
                <a:cubicBezTo>
                  <a:pt x="568043" y="309505"/>
                  <a:pt x="568043" y="309512"/>
                  <a:pt x="568043" y="309519"/>
                </a:cubicBezTo>
                <a:close/>
                <a:moveTo>
                  <a:pt x="743762" y="309519"/>
                </a:moveTo>
                <a:cubicBezTo>
                  <a:pt x="743762" y="321758"/>
                  <a:pt x="734423" y="331679"/>
                  <a:pt x="722902" y="331679"/>
                </a:cubicBezTo>
                <a:cubicBezTo>
                  <a:pt x="711381" y="331679"/>
                  <a:pt x="702041" y="321758"/>
                  <a:pt x="702041" y="309519"/>
                </a:cubicBezTo>
                <a:cubicBezTo>
                  <a:pt x="702041" y="297280"/>
                  <a:pt x="711381" y="287359"/>
                  <a:pt x="722902" y="287359"/>
                </a:cubicBezTo>
                <a:cubicBezTo>
                  <a:pt x="734418" y="287353"/>
                  <a:pt x="743756" y="297265"/>
                  <a:pt x="743762" y="309498"/>
                </a:cubicBezTo>
                <a:cubicBezTo>
                  <a:pt x="743762" y="309505"/>
                  <a:pt x="743762" y="309512"/>
                  <a:pt x="743762" y="309519"/>
                </a:cubicBezTo>
                <a:close/>
                <a:moveTo>
                  <a:pt x="919480" y="309519"/>
                </a:moveTo>
                <a:cubicBezTo>
                  <a:pt x="919480" y="321758"/>
                  <a:pt x="910141" y="331679"/>
                  <a:pt x="898620" y="331679"/>
                </a:cubicBezTo>
                <a:cubicBezTo>
                  <a:pt x="887099" y="331679"/>
                  <a:pt x="877759" y="321758"/>
                  <a:pt x="877759" y="309519"/>
                </a:cubicBezTo>
                <a:cubicBezTo>
                  <a:pt x="877759" y="297280"/>
                  <a:pt x="887099" y="287359"/>
                  <a:pt x="898620" y="287359"/>
                </a:cubicBezTo>
                <a:cubicBezTo>
                  <a:pt x="910134" y="287374"/>
                  <a:pt x="919467" y="297286"/>
                  <a:pt x="919480" y="309519"/>
                </a:cubicBezTo>
                <a:close/>
                <a:moveTo>
                  <a:pt x="40935" y="453242"/>
                </a:moveTo>
                <a:cubicBezTo>
                  <a:pt x="40935" y="465481"/>
                  <a:pt x="31596" y="475402"/>
                  <a:pt x="20075" y="475402"/>
                </a:cubicBezTo>
                <a:cubicBezTo>
                  <a:pt x="8554" y="475402"/>
                  <a:pt x="-786" y="465481"/>
                  <a:pt x="-786" y="453242"/>
                </a:cubicBezTo>
                <a:cubicBezTo>
                  <a:pt x="-786" y="441003"/>
                  <a:pt x="8554" y="431082"/>
                  <a:pt x="20075" y="431082"/>
                </a:cubicBezTo>
                <a:cubicBezTo>
                  <a:pt x="31591" y="431076"/>
                  <a:pt x="40930" y="440988"/>
                  <a:pt x="40935" y="453221"/>
                </a:cubicBezTo>
                <a:cubicBezTo>
                  <a:pt x="40935" y="453228"/>
                  <a:pt x="40935" y="453235"/>
                  <a:pt x="40935" y="453242"/>
                </a:cubicBezTo>
                <a:close/>
                <a:moveTo>
                  <a:pt x="216654" y="453242"/>
                </a:moveTo>
                <a:cubicBezTo>
                  <a:pt x="216654" y="465481"/>
                  <a:pt x="207315" y="475402"/>
                  <a:pt x="195794" y="475402"/>
                </a:cubicBezTo>
                <a:cubicBezTo>
                  <a:pt x="184273" y="475402"/>
                  <a:pt x="174933" y="465481"/>
                  <a:pt x="174933" y="453242"/>
                </a:cubicBezTo>
                <a:cubicBezTo>
                  <a:pt x="174933" y="441003"/>
                  <a:pt x="184273" y="431082"/>
                  <a:pt x="195794" y="431082"/>
                </a:cubicBezTo>
                <a:cubicBezTo>
                  <a:pt x="207308" y="431096"/>
                  <a:pt x="216641" y="441009"/>
                  <a:pt x="216654" y="453242"/>
                </a:cubicBezTo>
                <a:close/>
                <a:moveTo>
                  <a:pt x="392324" y="453242"/>
                </a:moveTo>
                <a:cubicBezTo>
                  <a:pt x="392324" y="465481"/>
                  <a:pt x="382984" y="475402"/>
                  <a:pt x="371464" y="475402"/>
                </a:cubicBezTo>
                <a:cubicBezTo>
                  <a:pt x="359943" y="475402"/>
                  <a:pt x="350603" y="465481"/>
                  <a:pt x="350603" y="453242"/>
                </a:cubicBezTo>
                <a:cubicBezTo>
                  <a:pt x="350603" y="441003"/>
                  <a:pt x="359943" y="431082"/>
                  <a:pt x="371464" y="431082"/>
                </a:cubicBezTo>
                <a:cubicBezTo>
                  <a:pt x="382979" y="431076"/>
                  <a:pt x="392318" y="440988"/>
                  <a:pt x="392324" y="453221"/>
                </a:cubicBezTo>
                <a:cubicBezTo>
                  <a:pt x="392324" y="453228"/>
                  <a:pt x="392324" y="453235"/>
                  <a:pt x="392324" y="453242"/>
                </a:cubicBezTo>
                <a:close/>
                <a:moveTo>
                  <a:pt x="568043" y="453242"/>
                </a:moveTo>
                <a:cubicBezTo>
                  <a:pt x="568043" y="465481"/>
                  <a:pt x="558704" y="475402"/>
                  <a:pt x="547183" y="475402"/>
                </a:cubicBezTo>
                <a:cubicBezTo>
                  <a:pt x="535662" y="475402"/>
                  <a:pt x="526322" y="465481"/>
                  <a:pt x="526322" y="453242"/>
                </a:cubicBezTo>
                <a:cubicBezTo>
                  <a:pt x="526322" y="441003"/>
                  <a:pt x="535662" y="431082"/>
                  <a:pt x="547183" y="431082"/>
                </a:cubicBezTo>
                <a:cubicBezTo>
                  <a:pt x="558699" y="431076"/>
                  <a:pt x="568037" y="440988"/>
                  <a:pt x="568043" y="453221"/>
                </a:cubicBezTo>
                <a:cubicBezTo>
                  <a:pt x="568043" y="453228"/>
                  <a:pt x="568043" y="453235"/>
                  <a:pt x="568043" y="453242"/>
                </a:cubicBezTo>
                <a:close/>
                <a:moveTo>
                  <a:pt x="743762" y="453242"/>
                </a:moveTo>
                <a:cubicBezTo>
                  <a:pt x="743762" y="465481"/>
                  <a:pt x="734423" y="475402"/>
                  <a:pt x="722902" y="475402"/>
                </a:cubicBezTo>
                <a:cubicBezTo>
                  <a:pt x="711381" y="475402"/>
                  <a:pt x="702041" y="465481"/>
                  <a:pt x="702041" y="453242"/>
                </a:cubicBezTo>
                <a:cubicBezTo>
                  <a:pt x="702041" y="441003"/>
                  <a:pt x="711381" y="431082"/>
                  <a:pt x="722902" y="431082"/>
                </a:cubicBezTo>
                <a:cubicBezTo>
                  <a:pt x="734418" y="431076"/>
                  <a:pt x="743756" y="440988"/>
                  <a:pt x="743762" y="453221"/>
                </a:cubicBezTo>
                <a:cubicBezTo>
                  <a:pt x="743762" y="453228"/>
                  <a:pt x="743762" y="453235"/>
                  <a:pt x="743762" y="453242"/>
                </a:cubicBezTo>
                <a:close/>
                <a:moveTo>
                  <a:pt x="919480" y="453242"/>
                </a:moveTo>
                <a:cubicBezTo>
                  <a:pt x="919480" y="465481"/>
                  <a:pt x="910141" y="475402"/>
                  <a:pt x="898620" y="475402"/>
                </a:cubicBezTo>
                <a:cubicBezTo>
                  <a:pt x="887099" y="475402"/>
                  <a:pt x="877759" y="465481"/>
                  <a:pt x="877759" y="453242"/>
                </a:cubicBezTo>
                <a:cubicBezTo>
                  <a:pt x="877759" y="441003"/>
                  <a:pt x="887099" y="431082"/>
                  <a:pt x="898620" y="431082"/>
                </a:cubicBezTo>
                <a:cubicBezTo>
                  <a:pt x="910134" y="431096"/>
                  <a:pt x="919467" y="441009"/>
                  <a:pt x="919480" y="453242"/>
                </a:cubicBezTo>
                <a:close/>
                <a:moveTo>
                  <a:pt x="40935" y="596965"/>
                </a:moveTo>
                <a:cubicBezTo>
                  <a:pt x="40935" y="609204"/>
                  <a:pt x="31596" y="619125"/>
                  <a:pt x="20075" y="619125"/>
                </a:cubicBezTo>
                <a:cubicBezTo>
                  <a:pt x="8554" y="619125"/>
                  <a:pt x="-786" y="609204"/>
                  <a:pt x="-786" y="596965"/>
                </a:cubicBezTo>
                <a:cubicBezTo>
                  <a:pt x="-786" y="584726"/>
                  <a:pt x="8554" y="574805"/>
                  <a:pt x="20075" y="574805"/>
                </a:cubicBezTo>
                <a:cubicBezTo>
                  <a:pt x="31591" y="574799"/>
                  <a:pt x="40930" y="584711"/>
                  <a:pt x="40935" y="596943"/>
                </a:cubicBezTo>
                <a:cubicBezTo>
                  <a:pt x="40935" y="596950"/>
                  <a:pt x="40935" y="596957"/>
                  <a:pt x="40935" y="596965"/>
                </a:cubicBezTo>
                <a:close/>
                <a:moveTo>
                  <a:pt x="216654" y="596965"/>
                </a:moveTo>
                <a:cubicBezTo>
                  <a:pt x="216654" y="609204"/>
                  <a:pt x="207315" y="619125"/>
                  <a:pt x="195794" y="619125"/>
                </a:cubicBezTo>
                <a:cubicBezTo>
                  <a:pt x="184273" y="619125"/>
                  <a:pt x="174933" y="609204"/>
                  <a:pt x="174933" y="596965"/>
                </a:cubicBezTo>
                <a:cubicBezTo>
                  <a:pt x="174933" y="584726"/>
                  <a:pt x="184273" y="574805"/>
                  <a:pt x="195794" y="574805"/>
                </a:cubicBezTo>
                <a:cubicBezTo>
                  <a:pt x="207308" y="574818"/>
                  <a:pt x="216641" y="584732"/>
                  <a:pt x="216654" y="596965"/>
                </a:cubicBezTo>
                <a:close/>
                <a:moveTo>
                  <a:pt x="392324" y="596965"/>
                </a:moveTo>
                <a:cubicBezTo>
                  <a:pt x="392324" y="609204"/>
                  <a:pt x="382984" y="619125"/>
                  <a:pt x="371464" y="619125"/>
                </a:cubicBezTo>
                <a:cubicBezTo>
                  <a:pt x="359943" y="619125"/>
                  <a:pt x="350603" y="609204"/>
                  <a:pt x="350603" y="596965"/>
                </a:cubicBezTo>
                <a:cubicBezTo>
                  <a:pt x="350603" y="584726"/>
                  <a:pt x="359943" y="574805"/>
                  <a:pt x="371464" y="574805"/>
                </a:cubicBezTo>
                <a:cubicBezTo>
                  <a:pt x="382979" y="574799"/>
                  <a:pt x="392318" y="584711"/>
                  <a:pt x="392324" y="596943"/>
                </a:cubicBezTo>
                <a:cubicBezTo>
                  <a:pt x="392324" y="596950"/>
                  <a:pt x="392324" y="596957"/>
                  <a:pt x="392324" y="596965"/>
                </a:cubicBezTo>
                <a:close/>
                <a:moveTo>
                  <a:pt x="568043" y="596965"/>
                </a:moveTo>
                <a:cubicBezTo>
                  <a:pt x="568043" y="609204"/>
                  <a:pt x="558704" y="619125"/>
                  <a:pt x="547183" y="619125"/>
                </a:cubicBezTo>
                <a:cubicBezTo>
                  <a:pt x="535662" y="619125"/>
                  <a:pt x="526322" y="609204"/>
                  <a:pt x="526322" y="596965"/>
                </a:cubicBezTo>
                <a:cubicBezTo>
                  <a:pt x="526322" y="584726"/>
                  <a:pt x="535662" y="574805"/>
                  <a:pt x="547183" y="574805"/>
                </a:cubicBezTo>
                <a:cubicBezTo>
                  <a:pt x="558699" y="574799"/>
                  <a:pt x="568037" y="584711"/>
                  <a:pt x="568043" y="596943"/>
                </a:cubicBezTo>
                <a:cubicBezTo>
                  <a:pt x="568043" y="596950"/>
                  <a:pt x="568043" y="596957"/>
                  <a:pt x="568043" y="596965"/>
                </a:cubicBezTo>
                <a:close/>
                <a:moveTo>
                  <a:pt x="743762" y="596965"/>
                </a:moveTo>
                <a:cubicBezTo>
                  <a:pt x="743762" y="609204"/>
                  <a:pt x="734423" y="619125"/>
                  <a:pt x="722902" y="619125"/>
                </a:cubicBezTo>
                <a:cubicBezTo>
                  <a:pt x="711381" y="619125"/>
                  <a:pt x="702041" y="609204"/>
                  <a:pt x="702041" y="596965"/>
                </a:cubicBezTo>
                <a:cubicBezTo>
                  <a:pt x="702041" y="584726"/>
                  <a:pt x="711381" y="574805"/>
                  <a:pt x="722902" y="574805"/>
                </a:cubicBezTo>
                <a:cubicBezTo>
                  <a:pt x="734418" y="574799"/>
                  <a:pt x="743756" y="584711"/>
                  <a:pt x="743762" y="596943"/>
                </a:cubicBezTo>
                <a:cubicBezTo>
                  <a:pt x="743762" y="596950"/>
                  <a:pt x="743762" y="596957"/>
                  <a:pt x="743762" y="596965"/>
                </a:cubicBezTo>
                <a:close/>
                <a:moveTo>
                  <a:pt x="919480" y="596965"/>
                </a:moveTo>
                <a:cubicBezTo>
                  <a:pt x="919480" y="609204"/>
                  <a:pt x="910141" y="619125"/>
                  <a:pt x="898620" y="619125"/>
                </a:cubicBezTo>
                <a:cubicBezTo>
                  <a:pt x="887099" y="619125"/>
                  <a:pt x="877759" y="609204"/>
                  <a:pt x="877759" y="596965"/>
                </a:cubicBezTo>
                <a:cubicBezTo>
                  <a:pt x="877759" y="584726"/>
                  <a:pt x="887099" y="574805"/>
                  <a:pt x="898620" y="574805"/>
                </a:cubicBezTo>
                <a:cubicBezTo>
                  <a:pt x="910134" y="574818"/>
                  <a:pt x="919467" y="584732"/>
                  <a:pt x="919480" y="5969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5"/>
          <p:cNvSpPr/>
          <p:nvPr/>
        </p:nvSpPr>
        <p:spPr>
          <a:xfrm>
            <a:off x="860425" y="4230370"/>
            <a:ext cx="919480" cy="6191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8-d2v6sg5nfo2stf9dkc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955800"/>
            <a:ext cx="6134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 err="1">
                <a:solidFill>
                  <a:srgbClr val="0F52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53999" y="2667000"/>
            <a:ext cx="578231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本项目面向国家AI+教育战略，针对教学个性化缺失与资源不均痛点，构建融合大模型的智能学习平台。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73050" y="3632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6" name="Text 3"/>
          <p:cNvSpPr/>
          <p:nvPr/>
        </p:nvSpPr>
        <p:spPr>
          <a:xfrm>
            <a:off x="651867" y="3581400"/>
            <a:ext cx="523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400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逆向工程教学法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400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三级认知建模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，实现“诊断—干预—巩固”闭环。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9400" y="4292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8" name="Text 5"/>
          <p:cNvSpPr/>
          <p:nvPr/>
        </p:nvSpPr>
        <p:spPr>
          <a:xfrm>
            <a:off x="660399" y="4241800"/>
            <a:ext cx="49529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技术路线采用</a:t>
            </a:r>
            <a:r>
              <a:rPr lang="en-US" sz="1400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自部署LLM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，兼顾性能、安全与扩展性。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9400" y="4699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10" name="Text 7"/>
          <p:cNvSpPr/>
          <p:nvPr/>
        </p:nvSpPr>
        <p:spPr>
          <a:xfrm>
            <a:off x="660399" y="4648200"/>
            <a:ext cx="51477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实验设计覆盖</a:t>
            </a:r>
            <a:r>
              <a:rPr lang="en-US" sz="1400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5类真实场景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，数据规模超</a:t>
            </a:r>
            <a:r>
              <a:rPr lang="en-US" sz="1400" dirty="0">
                <a:solidFill>
                  <a:srgbClr val="FFFFFF"/>
                </a:solidFill>
                <a:highlight>
                  <a:srgbClr val="5DADE2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1万条 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，提供量化证据。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88088" y="254000"/>
            <a:ext cx="5651500" cy="6350000"/>
          </a:xfrm>
          <a:custGeom>
            <a:avLst/>
            <a:gdLst/>
            <a:ahLst/>
            <a:cxnLst/>
            <a:rect l="l" t="t" r="r" b="b"/>
            <a:pathLst>
              <a:path w="5651500" h="6350000">
                <a:moveTo>
                  <a:pt x="101614" y="0"/>
                </a:moveTo>
                <a:lnTo>
                  <a:pt x="5549886" y="0"/>
                </a:lnTo>
                <a:cubicBezTo>
                  <a:pt x="5606006" y="0"/>
                  <a:pt x="5651500" y="45494"/>
                  <a:pt x="5651500" y="101614"/>
                </a:cubicBezTo>
                <a:lnTo>
                  <a:pt x="5651500" y="6248386"/>
                </a:lnTo>
                <a:cubicBezTo>
                  <a:pt x="5651500" y="6304506"/>
                  <a:pt x="5606006" y="6350000"/>
                  <a:pt x="5549886" y="6350000"/>
                </a:cubicBezTo>
                <a:lnTo>
                  <a:pt x="101614" y="6350000"/>
                </a:lnTo>
                <a:cubicBezTo>
                  <a:pt x="45494" y="6350000"/>
                  <a:pt x="0" y="6304506"/>
                  <a:pt x="0" y="6248386"/>
                </a:cubicBezTo>
                <a:lnTo>
                  <a:pt x="0" y="101614"/>
                </a:lnTo>
                <a:cubicBezTo>
                  <a:pt x="0" y="45532"/>
                  <a:pt x="45532" y="0"/>
                  <a:pt x="101614" y="0"/>
                </a:cubicBezTo>
                <a:close/>
              </a:path>
            </a:pathLst>
          </a:custGeom>
          <a:solidFill>
            <a:srgbClr val="0F52BA"/>
          </a:solidFill>
          <a:ln/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92888" y="2540000"/>
            <a:ext cx="5549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24638" y="314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5DADE2"/>
          </a:solidFill>
          <a:ln/>
        </p:spPr>
      </p:sp>
      <p:sp>
        <p:nvSpPr>
          <p:cNvPr id="14" name="Text 11"/>
          <p:cNvSpPr/>
          <p:nvPr/>
        </p:nvSpPr>
        <p:spPr>
          <a:xfrm>
            <a:off x="7062788" y="3149600"/>
            <a:ext cx="39100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继续优化</a:t>
            </a:r>
            <a:r>
              <a:rPr lang="en-US" sz="1400" dirty="0">
                <a:solidFill>
                  <a:srgbClr val="0F52BA"/>
                </a:solidFill>
                <a:highlight>
                  <a:srgbClr val="FFFFFF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认知模板精度 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，提升个性化推荐效果。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40513" y="36068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83344" y="15875"/>
                </a:moveTo>
                <a:lnTo>
                  <a:pt x="11906" y="15875"/>
                </a:lnTo>
                <a:cubicBezTo>
                  <a:pt x="5308" y="15875"/>
                  <a:pt x="0" y="21183"/>
                  <a:pt x="0" y="27781"/>
                </a:cubicBezTo>
                <a:lnTo>
                  <a:pt x="0" y="99219"/>
                </a:lnTo>
                <a:cubicBezTo>
                  <a:pt x="0" y="104031"/>
                  <a:pt x="2877" y="108396"/>
                  <a:pt x="7342" y="110232"/>
                </a:cubicBezTo>
                <a:cubicBezTo>
                  <a:pt x="11807" y="112068"/>
                  <a:pt x="16917" y="111026"/>
                  <a:pt x="20340" y="107652"/>
                </a:cubicBezTo>
                <a:lnTo>
                  <a:pt x="40184" y="87809"/>
                </a:lnTo>
                <a:lnTo>
                  <a:pt x="79375" y="127000"/>
                </a:lnTo>
                <a:lnTo>
                  <a:pt x="40184" y="166191"/>
                </a:lnTo>
                <a:lnTo>
                  <a:pt x="20340" y="146348"/>
                </a:lnTo>
                <a:cubicBezTo>
                  <a:pt x="16917" y="142925"/>
                  <a:pt x="11807" y="141932"/>
                  <a:pt x="7342" y="143768"/>
                </a:cubicBezTo>
                <a:cubicBezTo>
                  <a:pt x="2877" y="145604"/>
                  <a:pt x="0" y="149969"/>
                  <a:pt x="0" y="154781"/>
                </a:cubicBezTo>
                <a:lnTo>
                  <a:pt x="0" y="226219"/>
                </a:lnTo>
                <a:cubicBezTo>
                  <a:pt x="0" y="232817"/>
                  <a:pt x="5308" y="238125"/>
                  <a:pt x="11906" y="238125"/>
                </a:cubicBezTo>
                <a:lnTo>
                  <a:pt x="83344" y="238125"/>
                </a:lnTo>
                <a:cubicBezTo>
                  <a:pt x="88156" y="238125"/>
                  <a:pt x="92521" y="235248"/>
                  <a:pt x="94357" y="230783"/>
                </a:cubicBezTo>
                <a:cubicBezTo>
                  <a:pt x="96193" y="226318"/>
                  <a:pt x="95200" y="221208"/>
                  <a:pt x="91777" y="217785"/>
                </a:cubicBezTo>
                <a:lnTo>
                  <a:pt x="71934" y="197941"/>
                </a:lnTo>
                <a:lnTo>
                  <a:pt x="111125" y="158750"/>
                </a:lnTo>
                <a:lnTo>
                  <a:pt x="150316" y="197941"/>
                </a:lnTo>
                <a:lnTo>
                  <a:pt x="130473" y="217785"/>
                </a:lnTo>
                <a:cubicBezTo>
                  <a:pt x="127050" y="221208"/>
                  <a:pt x="126057" y="226318"/>
                  <a:pt x="127893" y="230783"/>
                </a:cubicBezTo>
                <a:cubicBezTo>
                  <a:pt x="129729" y="235248"/>
                  <a:pt x="134094" y="238125"/>
                  <a:pt x="138906" y="238125"/>
                </a:cubicBezTo>
                <a:lnTo>
                  <a:pt x="210344" y="238125"/>
                </a:lnTo>
                <a:cubicBezTo>
                  <a:pt x="216942" y="238125"/>
                  <a:pt x="222250" y="232817"/>
                  <a:pt x="222250" y="226219"/>
                </a:cubicBezTo>
                <a:lnTo>
                  <a:pt x="222250" y="154781"/>
                </a:lnTo>
                <a:cubicBezTo>
                  <a:pt x="222250" y="149969"/>
                  <a:pt x="219373" y="145604"/>
                  <a:pt x="214908" y="143768"/>
                </a:cubicBezTo>
                <a:cubicBezTo>
                  <a:pt x="210443" y="141932"/>
                  <a:pt x="205333" y="142925"/>
                  <a:pt x="201910" y="146348"/>
                </a:cubicBezTo>
                <a:lnTo>
                  <a:pt x="182066" y="166191"/>
                </a:lnTo>
                <a:lnTo>
                  <a:pt x="142875" y="127000"/>
                </a:lnTo>
                <a:lnTo>
                  <a:pt x="182066" y="87809"/>
                </a:lnTo>
                <a:lnTo>
                  <a:pt x="201910" y="107652"/>
                </a:lnTo>
                <a:cubicBezTo>
                  <a:pt x="205333" y="111075"/>
                  <a:pt x="210443" y="112068"/>
                  <a:pt x="214908" y="110232"/>
                </a:cubicBezTo>
                <a:cubicBezTo>
                  <a:pt x="219373" y="108396"/>
                  <a:pt x="222250" y="104031"/>
                  <a:pt x="222250" y="99219"/>
                </a:cubicBezTo>
                <a:lnTo>
                  <a:pt x="222250" y="27781"/>
                </a:lnTo>
                <a:cubicBezTo>
                  <a:pt x="222250" y="21183"/>
                  <a:pt x="216942" y="15875"/>
                  <a:pt x="210344" y="15875"/>
                </a:cubicBezTo>
                <a:lnTo>
                  <a:pt x="138906" y="15875"/>
                </a:lnTo>
                <a:cubicBezTo>
                  <a:pt x="134094" y="15875"/>
                  <a:pt x="129729" y="18752"/>
                  <a:pt x="127893" y="23217"/>
                </a:cubicBezTo>
                <a:cubicBezTo>
                  <a:pt x="126057" y="27682"/>
                  <a:pt x="127099" y="32792"/>
                  <a:pt x="130473" y="36215"/>
                </a:cubicBezTo>
                <a:lnTo>
                  <a:pt x="150316" y="56059"/>
                </a:lnTo>
                <a:lnTo>
                  <a:pt x="111125" y="95250"/>
                </a:lnTo>
                <a:lnTo>
                  <a:pt x="71934" y="56059"/>
                </a:lnTo>
                <a:lnTo>
                  <a:pt x="91777" y="36215"/>
                </a:lnTo>
                <a:cubicBezTo>
                  <a:pt x="95200" y="32792"/>
                  <a:pt x="96193" y="27682"/>
                  <a:pt x="94357" y="23217"/>
                </a:cubicBezTo>
                <a:cubicBezTo>
                  <a:pt x="92521" y="18752"/>
                  <a:pt x="88156" y="15875"/>
                  <a:pt x="83344" y="15875"/>
                </a:cubicBezTo>
                <a:close/>
              </a:path>
            </a:pathLst>
          </a:custGeom>
          <a:solidFill>
            <a:srgbClr val="5DADE2"/>
          </a:solidFill>
          <a:ln/>
        </p:spPr>
      </p:sp>
      <p:sp>
        <p:nvSpPr>
          <p:cNvPr id="16" name="Text 13"/>
          <p:cNvSpPr/>
          <p:nvPr/>
        </p:nvSpPr>
        <p:spPr>
          <a:xfrm>
            <a:off x="7062788" y="3606800"/>
            <a:ext cx="473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拓展平台至多学科任务适配，探索更广泛的教育应用。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608763" y="40640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71438" y="238125"/>
                </a:moveTo>
                <a:cubicBezTo>
                  <a:pt x="31998" y="238125"/>
                  <a:pt x="0" y="206127"/>
                  <a:pt x="0" y="166688"/>
                </a:cubicBezTo>
                <a:cubicBezTo>
                  <a:pt x="0" y="135235"/>
                  <a:pt x="20340" y="108545"/>
                  <a:pt x="48568" y="98971"/>
                </a:cubicBezTo>
                <a:cubicBezTo>
                  <a:pt x="47923" y="95151"/>
                  <a:pt x="47625" y="91281"/>
                  <a:pt x="47625" y="87313"/>
                </a:cubicBezTo>
                <a:cubicBezTo>
                  <a:pt x="47625" y="47873"/>
                  <a:pt x="79623" y="15875"/>
                  <a:pt x="119063" y="15875"/>
                </a:cubicBezTo>
                <a:cubicBezTo>
                  <a:pt x="146546" y="15875"/>
                  <a:pt x="170408" y="31403"/>
                  <a:pt x="182364" y="54124"/>
                </a:cubicBezTo>
                <a:cubicBezTo>
                  <a:pt x="189409" y="50006"/>
                  <a:pt x="197644" y="47625"/>
                  <a:pt x="206375" y="47625"/>
                </a:cubicBezTo>
                <a:cubicBezTo>
                  <a:pt x="232668" y="47625"/>
                  <a:pt x="254000" y="68957"/>
                  <a:pt x="254000" y="95250"/>
                </a:cubicBezTo>
                <a:cubicBezTo>
                  <a:pt x="254000" y="103039"/>
                  <a:pt x="252115" y="110430"/>
                  <a:pt x="248791" y="116929"/>
                </a:cubicBezTo>
                <a:cubicBezTo>
                  <a:pt x="270619" y="127000"/>
                  <a:pt x="285750" y="149027"/>
                  <a:pt x="285750" y="174625"/>
                </a:cubicBezTo>
                <a:cubicBezTo>
                  <a:pt x="285750" y="209699"/>
                  <a:pt x="257324" y="238125"/>
                  <a:pt x="222250" y="238125"/>
                </a:cubicBezTo>
                <a:lnTo>
                  <a:pt x="71438" y="238125"/>
                </a:lnTo>
                <a:close/>
                <a:moveTo>
                  <a:pt x="151309" y="94754"/>
                </a:moveTo>
                <a:cubicBezTo>
                  <a:pt x="146645" y="90091"/>
                  <a:pt x="139105" y="90091"/>
                  <a:pt x="134491" y="94754"/>
                </a:cubicBezTo>
                <a:lnTo>
                  <a:pt x="98772" y="130473"/>
                </a:lnTo>
                <a:cubicBezTo>
                  <a:pt x="94109" y="135136"/>
                  <a:pt x="94109" y="142677"/>
                  <a:pt x="98772" y="147290"/>
                </a:cubicBezTo>
                <a:cubicBezTo>
                  <a:pt x="103436" y="151904"/>
                  <a:pt x="110976" y="151954"/>
                  <a:pt x="115590" y="147290"/>
                </a:cubicBezTo>
                <a:lnTo>
                  <a:pt x="130969" y="131911"/>
                </a:lnTo>
                <a:lnTo>
                  <a:pt x="130969" y="182563"/>
                </a:lnTo>
                <a:cubicBezTo>
                  <a:pt x="130969" y="189161"/>
                  <a:pt x="136277" y="194469"/>
                  <a:pt x="142875" y="194469"/>
                </a:cubicBezTo>
                <a:cubicBezTo>
                  <a:pt x="149473" y="194469"/>
                  <a:pt x="154781" y="189161"/>
                  <a:pt x="154781" y="182563"/>
                </a:cubicBezTo>
                <a:lnTo>
                  <a:pt x="154781" y="131911"/>
                </a:lnTo>
                <a:lnTo>
                  <a:pt x="170160" y="147290"/>
                </a:lnTo>
                <a:cubicBezTo>
                  <a:pt x="174823" y="151954"/>
                  <a:pt x="182364" y="151954"/>
                  <a:pt x="186978" y="147290"/>
                </a:cubicBezTo>
                <a:cubicBezTo>
                  <a:pt x="191591" y="142627"/>
                  <a:pt x="191641" y="135086"/>
                  <a:pt x="186978" y="130473"/>
                </a:cubicBezTo>
                <a:lnTo>
                  <a:pt x="151259" y="94754"/>
                </a:lnTo>
                <a:close/>
              </a:path>
            </a:pathLst>
          </a:custGeom>
          <a:solidFill>
            <a:srgbClr val="5DADE2"/>
          </a:solidFill>
          <a:ln/>
        </p:spPr>
      </p:sp>
      <p:sp>
        <p:nvSpPr>
          <p:cNvPr id="18" name="Text 15"/>
          <p:cNvSpPr/>
          <p:nvPr/>
        </p:nvSpPr>
        <p:spPr>
          <a:xfrm>
            <a:off x="7062788" y="4064000"/>
            <a:ext cx="45846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探索</a:t>
            </a:r>
            <a:r>
              <a:rPr lang="en-US" sz="1400" dirty="0">
                <a:solidFill>
                  <a:srgbClr val="0F52BA"/>
                </a:solidFill>
                <a:highlight>
                  <a:srgbClr val="FFFFFF">
                    <a:alpha val="667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区域教育云部署模式 </a:t>
            </a: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，助力教育公平与质量双提升。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8:48-d2v6sg5nfo2stf9dkc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041400"/>
            <a:ext cx="1219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0F52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致谢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254000" y="2159000"/>
            <a:ext cx="11684000" cy="660400"/>
          </a:xfrm>
          <a:custGeom>
            <a:avLst/>
            <a:gdLst/>
            <a:ahLst/>
            <a:cxnLst/>
            <a:rect l="l" t="t" r="r" b="b"/>
            <a:pathLst>
              <a:path w="11684000" h="660400">
                <a:moveTo>
                  <a:pt x="101603" y="0"/>
                </a:moveTo>
                <a:lnTo>
                  <a:pt x="11582397" y="0"/>
                </a:lnTo>
                <a:cubicBezTo>
                  <a:pt x="11638511" y="0"/>
                  <a:pt x="11684000" y="45489"/>
                  <a:pt x="11684000" y="101603"/>
                </a:cubicBezTo>
                <a:lnTo>
                  <a:pt x="11684000" y="558797"/>
                </a:lnTo>
                <a:cubicBezTo>
                  <a:pt x="11684000" y="614911"/>
                  <a:pt x="11638511" y="660400"/>
                  <a:pt x="115823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63550" y="2336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93923" y="147638"/>
                  <a:pt x="61913" y="115627"/>
                  <a:pt x="61912" y="76200"/>
                </a:cubicBezTo>
                <a:cubicBezTo>
                  <a:pt x="61912" y="36773"/>
                  <a:pt x="93923" y="4763"/>
                  <a:pt x="133350" y="4763"/>
                </a:cubicBezTo>
                <a:cubicBezTo>
                  <a:pt x="172777" y="4763"/>
                  <a:pt x="204787" y="36773"/>
                  <a:pt x="204787" y="76200"/>
                </a:cubicBezTo>
                <a:cubicBezTo>
                  <a:pt x="204787" y="115627"/>
                  <a:pt x="172777" y="147638"/>
                  <a:pt x="133350" y="147638"/>
                </a:cubicBezTo>
                <a:close/>
                <a:moveTo>
                  <a:pt x="115193" y="180975"/>
                </a:moveTo>
                <a:lnTo>
                  <a:pt x="151507" y="180975"/>
                </a:lnTo>
                <a:cubicBezTo>
                  <a:pt x="157282" y="180975"/>
                  <a:pt x="161925" y="185618"/>
                  <a:pt x="161925" y="191393"/>
                </a:cubicBezTo>
                <a:cubicBezTo>
                  <a:pt x="161925" y="193893"/>
                  <a:pt x="161032" y="196275"/>
                  <a:pt x="159425" y="198180"/>
                </a:cubicBezTo>
                <a:lnTo>
                  <a:pt x="143113" y="217230"/>
                </a:lnTo>
                <a:lnTo>
                  <a:pt x="161568" y="285750"/>
                </a:lnTo>
                <a:lnTo>
                  <a:pt x="161925" y="285750"/>
                </a:lnTo>
                <a:lnTo>
                  <a:pt x="182523" y="203299"/>
                </a:lnTo>
                <a:cubicBezTo>
                  <a:pt x="183833" y="198120"/>
                  <a:pt x="189131" y="194965"/>
                  <a:pt x="194131" y="196870"/>
                </a:cubicBezTo>
                <a:cubicBezTo>
                  <a:pt x="230981" y="210919"/>
                  <a:pt x="257175" y="246638"/>
                  <a:pt x="257175" y="288429"/>
                </a:cubicBezTo>
                <a:cubicBezTo>
                  <a:pt x="257175" y="297418"/>
                  <a:pt x="249853" y="304740"/>
                  <a:pt x="240863" y="304740"/>
                </a:cubicBezTo>
                <a:lnTo>
                  <a:pt x="25837" y="304800"/>
                </a:lnTo>
                <a:cubicBezTo>
                  <a:pt x="16847" y="304800"/>
                  <a:pt x="9525" y="297478"/>
                  <a:pt x="9525" y="288488"/>
                </a:cubicBezTo>
                <a:cubicBezTo>
                  <a:pt x="9525" y="246698"/>
                  <a:pt x="35719" y="210979"/>
                  <a:pt x="72569" y="196929"/>
                </a:cubicBezTo>
                <a:cubicBezTo>
                  <a:pt x="77569" y="195024"/>
                  <a:pt x="82868" y="198180"/>
                  <a:pt x="84177" y="203359"/>
                </a:cubicBezTo>
                <a:lnTo>
                  <a:pt x="104775" y="285810"/>
                </a:lnTo>
                <a:lnTo>
                  <a:pt x="105132" y="285810"/>
                </a:lnTo>
                <a:lnTo>
                  <a:pt x="123587" y="217289"/>
                </a:lnTo>
                <a:lnTo>
                  <a:pt x="107275" y="198239"/>
                </a:lnTo>
                <a:cubicBezTo>
                  <a:pt x="105668" y="196334"/>
                  <a:pt x="104775" y="193953"/>
                  <a:pt x="104775" y="191453"/>
                </a:cubicBezTo>
                <a:cubicBezTo>
                  <a:pt x="104775" y="185678"/>
                  <a:pt x="109418" y="181035"/>
                  <a:pt x="115193" y="181035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6" name="Text 3"/>
          <p:cNvSpPr/>
          <p:nvPr/>
        </p:nvSpPr>
        <p:spPr>
          <a:xfrm>
            <a:off x="990599" y="2311400"/>
            <a:ext cx="331046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感谢导师</a:t>
            </a:r>
            <a:r>
              <a:rPr lang="en-US" sz="1800" b="1" dirty="0">
                <a:solidFill>
                  <a:srgbClr val="0F52B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匡振中老师</a:t>
            </a: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的悉心指导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4000" y="3022600"/>
            <a:ext cx="11684000" cy="660400"/>
          </a:xfrm>
          <a:custGeom>
            <a:avLst/>
            <a:gdLst/>
            <a:ahLst/>
            <a:cxnLst/>
            <a:rect l="l" t="t" r="r" b="b"/>
            <a:pathLst>
              <a:path w="11684000" h="660400">
                <a:moveTo>
                  <a:pt x="101603" y="0"/>
                </a:moveTo>
                <a:lnTo>
                  <a:pt x="11582397" y="0"/>
                </a:lnTo>
                <a:cubicBezTo>
                  <a:pt x="11638511" y="0"/>
                  <a:pt x="11684000" y="45489"/>
                  <a:pt x="11684000" y="101603"/>
                </a:cubicBezTo>
                <a:lnTo>
                  <a:pt x="11684000" y="558797"/>
                </a:lnTo>
                <a:cubicBezTo>
                  <a:pt x="11684000" y="614911"/>
                  <a:pt x="11638511" y="660400"/>
                  <a:pt x="115823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44500" y="3200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1865" y="12025"/>
                </a:moveTo>
                <a:cubicBezTo>
                  <a:pt x="156031" y="8692"/>
                  <a:pt x="148828" y="8692"/>
                  <a:pt x="142935" y="12025"/>
                </a:cubicBezTo>
                <a:lnTo>
                  <a:pt x="9585" y="88225"/>
                </a:lnTo>
                <a:cubicBezTo>
                  <a:pt x="2084" y="92512"/>
                  <a:pt x="-1607" y="101322"/>
                  <a:pt x="595" y="109657"/>
                </a:cubicBezTo>
                <a:cubicBezTo>
                  <a:pt x="2798" y="117991"/>
                  <a:pt x="10418" y="123825"/>
                  <a:pt x="19050" y="123825"/>
                </a:cubicBezTo>
                <a:lnTo>
                  <a:pt x="38100" y="123825"/>
                </a:lnTo>
                <a:lnTo>
                  <a:pt x="38100" y="247650"/>
                </a:lnTo>
                <a:lnTo>
                  <a:pt x="38100" y="247650"/>
                </a:lnTo>
                <a:lnTo>
                  <a:pt x="7620" y="270510"/>
                </a:lnTo>
                <a:cubicBezTo>
                  <a:pt x="2798" y="274082"/>
                  <a:pt x="0" y="279737"/>
                  <a:pt x="0" y="285750"/>
                </a:cubicBezTo>
                <a:cubicBezTo>
                  <a:pt x="0" y="296287"/>
                  <a:pt x="8513" y="304800"/>
                  <a:pt x="19050" y="304800"/>
                </a:cubicBezTo>
                <a:lnTo>
                  <a:pt x="285750" y="304800"/>
                </a:lnTo>
                <a:cubicBezTo>
                  <a:pt x="296287" y="304800"/>
                  <a:pt x="304800" y="296287"/>
                  <a:pt x="304800" y="285750"/>
                </a:cubicBezTo>
                <a:cubicBezTo>
                  <a:pt x="304800" y="279737"/>
                  <a:pt x="302002" y="274082"/>
                  <a:pt x="297180" y="270510"/>
                </a:cubicBezTo>
                <a:lnTo>
                  <a:pt x="266700" y="247650"/>
                </a:lnTo>
                <a:lnTo>
                  <a:pt x="266700" y="123825"/>
                </a:lnTo>
                <a:lnTo>
                  <a:pt x="285750" y="123825"/>
                </a:lnTo>
                <a:cubicBezTo>
                  <a:pt x="294382" y="123825"/>
                  <a:pt x="301943" y="117991"/>
                  <a:pt x="304145" y="109657"/>
                </a:cubicBezTo>
                <a:cubicBezTo>
                  <a:pt x="306348" y="101322"/>
                  <a:pt x="302657" y="92512"/>
                  <a:pt x="295156" y="88225"/>
                </a:cubicBezTo>
                <a:lnTo>
                  <a:pt x="161806" y="12025"/>
                </a:lnTo>
                <a:close/>
                <a:moveTo>
                  <a:pt x="238125" y="123825"/>
                </a:moveTo>
                <a:lnTo>
                  <a:pt x="238125" y="247650"/>
                </a:lnTo>
                <a:lnTo>
                  <a:pt x="200025" y="247650"/>
                </a:lnTo>
                <a:lnTo>
                  <a:pt x="200025" y="123825"/>
                </a:lnTo>
                <a:lnTo>
                  <a:pt x="238125" y="123825"/>
                </a:lnTo>
                <a:close/>
                <a:moveTo>
                  <a:pt x="171450" y="123825"/>
                </a:moveTo>
                <a:lnTo>
                  <a:pt x="171450" y="247650"/>
                </a:lnTo>
                <a:lnTo>
                  <a:pt x="133350" y="247650"/>
                </a:lnTo>
                <a:lnTo>
                  <a:pt x="133350" y="123825"/>
                </a:lnTo>
                <a:lnTo>
                  <a:pt x="171450" y="123825"/>
                </a:lnTo>
                <a:close/>
                <a:moveTo>
                  <a:pt x="104775" y="123825"/>
                </a:moveTo>
                <a:lnTo>
                  <a:pt x="104775" y="247650"/>
                </a:lnTo>
                <a:lnTo>
                  <a:pt x="66675" y="247650"/>
                </a:lnTo>
                <a:lnTo>
                  <a:pt x="66675" y="123825"/>
                </a:lnTo>
                <a:lnTo>
                  <a:pt x="104775" y="123825"/>
                </a:lnTo>
                <a:close/>
                <a:moveTo>
                  <a:pt x="152400" y="57150"/>
                </a:moveTo>
                <a:cubicBezTo>
                  <a:pt x="162914" y="57150"/>
                  <a:pt x="171450" y="65686"/>
                  <a:pt x="171450" y="76200"/>
                </a:cubicBezTo>
                <a:cubicBezTo>
                  <a:pt x="171450" y="86714"/>
                  <a:pt x="162914" y="95250"/>
                  <a:pt x="152400" y="95250"/>
                </a:cubicBezTo>
                <a:cubicBezTo>
                  <a:pt x="141886" y="95250"/>
                  <a:pt x="133350" y="86714"/>
                  <a:pt x="133350" y="76200"/>
                </a:cubicBezTo>
                <a:cubicBezTo>
                  <a:pt x="133350" y="65686"/>
                  <a:pt x="141886" y="57150"/>
                  <a:pt x="152400" y="57150"/>
                </a:cubicBez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9" name="Text 6"/>
          <p:cNvSpPr/>
          <p:nvPr/>
        </p:nvSpPr>
        <p:spPr>
          <a:xfrm>
            <a:off x="990600" y="3175000"/>
            <a:ext cx="391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感谢计算机学院提供的资源与支持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4000" y="3886200"/>
            <a:ext cx="11684000" cy="660400"/>
          </a:xfrm>
          <a:custGeom>
            <a:avLst/>
            <a:gdLst/>
            <a:ahLst/>
            <a:cxnLst/>
            <a:rect l="l" t="t" r="r" b="b"/>
            <a:pathLst>
              <a:path w="11684000" h="660400">
                <a:moveTo>
                  <a:pt x="101603" y="0"/>
                </a:moveTo>
                <a:lnTo>
                  <a:pt x="11582397" y="0"/>
                </a:lnTo>
                <a:cubicBezTo>
                  <a:pt x="11638511" y="0"/>
                  <a:pt x="11684000" y="45489"/>
                  <a:pt x="11684000" y="101603"/>
                </a:cubicBezTo>
                <a:lnTo>
                  <a:pt x="11684000" y="558797"/>
                </a:lnTo>
                <a:cubicBezTo>
                  <a:pt x="11684000" y="614911"/>
                  <a:pt x="11638511" y="660400"/>
                  <a:pt x="115823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5DADE2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06400" y="4064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0F52BA"/>
          </a:solidFill>
          <a:ln/>
        </p:spPr>
      </p:sp>
      <p:sp>
        <p:nvSpPr>
          <p:cNvPr id="12" name="Text 9"/>
          <p:cNvSpPr/>
          <p:nvPr/>
        </p:nvSpPr>
        <p:spPr>
          <a:xfrm>
            <a:off x="990600" y="4038600"/>
            <a:ext cx="368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感谢所有参与实验的同学与老师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0400" y="5308600"/>
            <a:ext cx="1137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答辩完毕，欢迎提问！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9:04-d2v6sk5nfo2stf9dkd90.jpg"/>
          <p:cNvPicPr>
            <a:picLocks noChangeAspect="1"/>
          </p:cNvPicPr>
          <p:nvPr/>
        </p:nvPicPr>
        <p:blipFill>
          <a:blip r:embed="rId4"/>
          <a:srcRect t="81" b="81"/>
          <a:stretch/>
        </p:blipFill>
        <p:spPr>
          <a:xfrm rot="21600000">
            <a:off x="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620" y="1277620"/>
            <a:ext cx="4873625" cy="2832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8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865505" y="817245"/>
            <a:ext cx="471678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 FOR WATCHING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793615" y="3817620"/>
            <a:ext cx="1160145" cy="638810"/>
          </a:xfrm>
          <a:custGeom>
            <a:avLst/>
            <a:gdLst/>
            <a:ahLst/>
            <a:cxnLst/>
            <a:rect l="l" t="t" r="r" b="b"/>
            <a:pathLst>
              <a:path w="1160145" h="638810">
                <a:moveTo>
                  <a:pt x="51650" y="22775"/>
                </a:moveTo>
                <a:cubicBezTo>
                  <a:pt x="51650" y="35403"/>
                  <a:pt x="39866" y="45640"/>
                  <a:pt x="25329" y="45640"/>
                </a:cubicBezTo>
                <a:cubicBezTo>
                  <a:pt x="10793" y="45640"/>
                  <a:pt x="-991" y="35403"/>
                  <a:pt x="-991" y="22775"/>
                </a:cubicBezTo>
                <a:cubicBezTo>
                  <a:pt x="-991" y="10148"/>
                  <a:pt x="10793" y="-89"/>
                  <a:pt x="25329" y="-89"/>
                </a:cubicBezTo>
                <a:cubicBezTo>
                  <a:pt x="39860" y="-95"/>
                  <a:pt x="51642" y="10133"/>
                  <a:pt x="51650" y="22753"/>
                </a:cubicBezTo>
                <a:cubicBezTo>
                  <a:pt x="51650" y="22761"/>
                  <a:pt x="51650" y="22768"/>
                  <a:pt x="51650" y="22775"/>
                </a:cubicBezTo>
                <a:close/>
                <a:moveTo>
                  <a:pt x="273361" y="22775"/>
                </a:moveTo>
                <a:cubicBezTo>
                  <a:pt x="273361" y="35403"/>
                  <a:pt x="261577" y="45640"/>
                  <a:pt x="247041" y="45640"/>
                </a:cubicBezTo>
                <a:cubicBezTo>
                  <a:pt x="232505" y="45640"/>
                  <a:pt x="220720" y="35403"/>
                  <a:pt x="220720" y="22775"/>
                </a:cubicBezTo>
                <a:cubicBezTo>
                  <a:pt x="220720" y="10148"/>
                  <a:pt x="232505" y="-89"/>
                  <a:pt x="247041" y="-89"/>
                </a:cubicBezTo>
                <a:cubicBezTo>
                  <a:pt x="261569" y="-74"/>
                  <a:pt x="273345" y="10154"/>
                  <a:pt x="273361" y="22775"/>
                </a:cubicBezTo>
                <a:close/>
                <a:moveTo>
                  <a:pt x="495012" y="22775"/>
                </a:moveTo>
                <a:cubicBezTo>
                  <a:pt x="495012" y="35403"/>
                  <a:pt x="483227" y="45640"/>
                  <a:pt x="468691" y="45640"/>
                </a:cubicBezTo>
                <a:cubicBezTo>
                  <a:pt x="454155" y="45640"/>
                  <a:pt x="442371" y="35403"/>
                  <a:pt x="442371" y="22775"/>
                </a:cubicBezTo>
                <a:cubicBezTo>
                  <a:pt x="442371" y="10148"/>
                  <a:pt x="454155" y="-89"/>
                  <a:pt x="468691" y="-89"/>
                </a:cubicBezTo>
                <a:cubicBezTo>
                  <a:pt x="483220" y="-95"/>
                  <a:pt x="495003" y="10133"/>
                  <a:pt x="495012" y="22753"/>
                </a:cubicBezTo>
                <a:cubicBezTo>
                  <a:pt x="495012" y="22761"/>
                  <a:pt x="495012" y="22768"/>
                  <a:pt x="495012" y="22775"/>
                </a:cubicBezTo>
                <a:close/>
                <a:moveTo>
                  <a:pt x="716723" y="22775"/>
                </a:moveTo>
                <a:cubicBezTo>
                  <a:pt x="716723" y="35403"/>
                  <a:pt x="704939" y="45640"/>
                  <a:pt x="690403" y="45640"/>
                </a:cubicBezTo>
                <a:cubicBezTo>
                  <a:pt x="675866" y="45640"/>
                  <a:pt x="664082" y="35403"/>
                  <a:pt x="664082" y="22775"/>
                </a:cubicBezTo>
                <a:cubicBezTo>
                  <a:pt x="664082" y="10148"/>
                  <a:pt x="675866" y="-89"/>
                  <a:pt x="690403" y="-89"/>
                </a:cubicBezTo>
                <a:cubicBezTo>
                  <a:pt x="704933" y="-95"/>
                  <a:pt x="716715" y="10133"/>
                  <a:pt x="716723" y="22753"/>
                </a:cubicBezTo>
                <a:cubicBezTo>
                  <a:pt x="716723" y="22761"/>
                  <a:pt x="716723" y="22768"/>
                  <a:pt x="716723" y="22775"/>
                </a:cubicBezTo>
                <a:close/>
                <a:moveTo>
                  <a:pt x="938435" y="22775"/>
                </a:moveTo>
                <a:cubicBezTo>
                  <a:pt x="938435" y="35403"/>
                  <a:pt x="926651" y="45640"/>
                  <a:pt x="912114" y="45640"/>
                </a:cubicBezTo>
                <a:cubicBezTo>
                  <a:pt x="897579" y="45640"/>
                  <a:pt x="885794" y="35403"/>
                  <a:pt x="885794" y="22775"/>
                </a:cubicBezTo>
                <a:cubicBezTo>
                  <a:pt x="885794" y="10148"/>
                  <a:pt x="897579" y="-89"/>
                  <a:pt x="912114" y="-89"/>
                </a:cubicBezTo>
                <a:cubicBezTo>
                  <a:pt x="926644" y="-95"/>
                  <a:pt x="938427" y="10133"/>
                  <a:pt x="938435" y="22753"/>
                </a:cubicBezTo>
                <a:cubicBezTo>
                  <a:pt x="938435" y="22761"/>
                  <a:pt x="938435" y="22768"/>
                  <a:pt x="938435" y="22775"/>
                </a:cubicBezTo>
                <a:close/>
                <a:moveTo>
                  <a:pt x="1160145" y="22775"/>
                </a:moveTo>
                <a:cubicBezTo>
                  <a:pt x="1160145" y="35403"/>
                  <a:pt x="1148361" y="45640"/>
                  <a:pt x="1133824" y="45640"/>
                </a:cubicBezTo>
                <a:cubicBezTo>
                  <a:pt x="1119288" y="45640"/>
                  <a:pt x="1107504" y="35403"/>
                  <a:pt x="1107504" y="22775"/>
                </a:cubicBezTo>
                <a:cubicBezTo>
                  <a:pt x="1107504" y="10148"/>
                  <a:pt x="1119288" y="-89"/>
                  <a:pt x="1133824" y="-89"/>
                </a:cubicBezTo>
                <a:cubicBezTo>
                  <a:pt x="1148353" y="-74"/>
                  <a:pt x="1160129" y="10154"/>
                  <a:pt x="1160145" y="22775"/>
                </a:cubicBezTo>
                <a:close/>
                <a:moveTo>
                  <a:pt x="51650" y="171068"/>
                </a:moveTo>
                <a:cubicBezTo>
                  <a:pt x="51650" y="183696"/>
                  <a:pt x="39866" y="193933"/>
                  <a:pt x="25329" y="193933"/>
                </a:cubicBezTo>
                <a:cubicBezTo>
                  <a:pt x="10793" y="193933"/>
                  <a:pt x="-991" y="183696"/>
                  <a:pt x="-991" y="171068"/>
                </a:cubicBezTo>
                <a:cubicBezTo>
                  <a:pt x="-991" y="158440"/>
                  <a:pt x="10793" y="148203"/>
                  <a:pt x="25329" y="148203"/>
                </a:cubicBezTo>
                <a:cubicBezTo>
                  <a:pt x="39860" y="148197"/>
                  <a:pt x="51642" y="158425"/>
                  <a:pt x="51650" y="171047"/>
                </a:cubicBezTo>
                <a:cubicBezTo>
                  <a:pt x="51650" y="171054"/>
                  <a:pt x="51650" y="171061"/>
                  <a:pt x="51650" y="171068"/>
                </a:cubicBezTo>
                <a:close/>
                <a:moveTo>
                  <a:pt x="273361" y="171068"/>
                </a:moveTo>
                <a:cubicBezTo>
                  <a:pt x="273361" y="183696"/>
                  <a:pt x="261577" y="193933"/>
                  <a:pt x="247041" y="193933"/>
                </a:cubicBezTo>
                <a:cubicBezTo>
                  <a:pt x="232505" y="193933"/>
                  <a:pt x="220720" y="183696"/>
                  <a:pt x="220720" y="171068"/>
                </a:cubicBezTo>
                <a:cubicBezTo>
                  <a:pt x="220720" y="158440"/>
                  <a:pt x="232505" y="148203"/>
                  <a:pt x="247041" y="148203"/>
                </a:cubicBezTo>
                <a:cubicBezTo>
                  <a:pt x="261569" y="148218"/>
                  <a:pt x="273345" y="158446"/>
                  <a:pt x="273361" y="171068"/>
                </a:cubicBezTo>
                <a:close/>
                <a:moveTo>
                  <a:pt x="495012" y="171068"/>
                </a:moveTo>
                <a:cubicBezTo>
                  <a:pt x="495012" y="183696"/>
                  <a:pt x="483227" y="193933"/>
                  <a:pt x="468691" y="193933"/>
                </a:cubicBezTo>
                <a:cubicBezTo>
                  <a:pt x="454155" y="193933"/>
                  <a:pt x="442371" y="183696"/>
                  <a:pt x="442371" y="171068"/>
                </a:cubicBezTo>
                <a:cubicBezTo>
                  <a:pt x="442371" y="158440"/>
                  <a:pt x="454155" y="148203"/>
                  <a:pt x="468691" y="148203"/>
                </a:cubicBezTo>
                <a:cubicBezTo>
                  <a:pt x="483220" y="148197"/>
                  <a:pt x="495003" y="158425"/>
                  <a:pt x="495012" y="171047"/>
                </a:cubicBezTo>
                <a:cubicBezTo>
                  <a:pt x="495012" y="171054"/>
                  <a:pt x="495012" y="171061"/>
                  <a:pt x="495012" y="171068"/>
                </a:cubicBezTo>
                <a:close/>
                <a:moveTo>
                  <a:pt x="716723" y="171068"/>
                </a:moveTo>
                <a:cubicBezTo>
                  <a:pt x="716723" y="183696"/>
                  <a:pt x="704939" y="193933"/>
                  <a:pt x="690403" y="193933"/>
                </a:cubicBezTo>
                <a:cubicBezTo>
                  <a:pt x="675866" y="193933"/>
                  <a:pt x="664082" y="183696"/>
                  <a:pt x="664082" y="171068"/>
                </a:cubicBezTo>
                <a:cubicBezTo>
                  <a:pt x="664082" y="158440"/>
                  <a:pt x="675866" y="148203"/>
                  <a:pt x="690403" y="148203"/>
                </a:cubicBezTo>
                <a:cubicBezTo>
                  <a:pt x="704933" y="148197"/>
                  <a:pt x="716715" y="158425"/>
                  <a:pt x="716723" y="171047"/>
                </a:cubicBezTo>
                <a:cubicBezTo>
                  <a:pt x="716723" y="171054"/>
                  <a:pt x="716723" y="171061"/>
                  <a:pt x="716723" y="171068"/>
                </a:cubicBezTo>
                <a:close/>
                <a:moveTo>
                  <a:pt x="938435" y="171068"/>
                </a:moveTo>
                <a:cubicBezTo>
                  <a:pt x="938435" y="183696"/>
                  <a:pt x="926651" y="193933"/>
                  <a:pt x="912114" y="193933"/>
                </a:cubicBezTo>
                <a:cubicBezTo>
                  <a:pt x="897579" y="193933"/>
                  <a:pt x="885794" y="183696"/>
                  <a:pt x="885794" y="171068"/>
                </a:cubicBezTo>
                <a:cubicBezTo>
                  <a:pt x="885794" y="158440"/>
                  <a:pt x="897579" y="148203"/>
                  <a:pt x="912114" y="148203"/>
                </a:cubicBezTo>
                <a:cubicBezTo>
                  <a:pt x="926644" y="148197"/>
                  <a:pt x="938427" y="158425"/>
                  <a:pt x="938435" y="171047"/>
                </a:cubicBezTo>
                <a:cubicBezTo>
                  <a:pt x="938435" y="171054"/>
                  <a:pt x="938435" y="171061"/>
                  <a:pt x="938435" y="171068"/>
                </a:cubicBezTo>
                <a:close/>
                <a:moveTo>
                  <a:pt x="1160145" y="171068"/>
                </a:moveTo>
                <a:cubicBezTo>
                  <a:pt x="1160145" y="183696"/>
                  <a:pt x="1148361" y="193933"/>
                  <a:pt x="1133824" y="193933"/>
                </a:cubicBezTo>
                <a:cubicBezTo>
                  <a:pt x="1119288" y="193933"/>
                  <a:pt x="1107504" y="183696"/>
                  <a:pt x="1107504" y="171068"/>
                </a:cubicBezTo>
                <a:cubicBezTo>
                  <a:pt x="1107504" y="158440"/>
                  <a:pt x="1119288" y="148203"/>
                  <a:pt x="1133824" y="148203"/>
                </a:cubicBezTo>
                <a:cubicBezTo>
                  <a:pt x="1148353" y="148218"/>
                  <a:pt x="1160129" y="158446"/>
                  <a:pt x="1160145" y="171068"/>
                </a:cubicBezTo>
                <a:close/>
                <a:moveTo>
                  <a:pt x="51650" y="319360"/>
                </a:moveTo>
                <a:cubicBezTo>
                  <a:pt x="51650" y="331988"/>
                  <a:pt x="39866" y="342225"/>
                  <a:pt x="25329" y="342225"/>
                </a:cubicBezTo>
                <a:cubicBezTo>
                  <a:pt x="10793" y="342225"/>
                  <a:pt x="-991" y="331988"/>
                  <a:pt x="-991" y="319360"/>
                </a:cubicBezTo>
                <a:cubicBezTo>
                  <a:pt x="-991" y="306732"/>
                  <a:pt x="10793" y="296496"/>
                  <a:pt x="25329" y="296496"/>
                </a:cubicBezTo>
                <a:cubicBezTo>
                  <a:pt x="39860" y="296490"/>
                  <a:pt x="51642" y="306717"/>
                  <a:pt x="51650" y="319338"/>
                </a:cubicBezTo>
                <a:cubicBezTo>
                  <a:pt x="51650" y="319345"/>
                  <a:pt x="51650" y="319353"/>
                  <a:pt x="51650" y="319360"/>
                </a:cubicBezTo>
                <a:close/>
                <a:moveTo>
                  <a:pt x="273361" y="319360"/>
                </a:moveTo>
                <a:cubicBezTo>
                  <a:pt x="273361" y="331988"/>
                  <a:pt x="261577" y="342225"/>
                  <a:pt x="247041" y="342225"/>
                </a:cubicBezTo>
                <a:cubicBezTo>
                  <a:pt x="232505" y="342225"/>
                  <a:pt x="220720" y="331988"/>
                  <a:pt x="220720" y="319360"/>
                </a:cubicBezTo>
                <a:cubicBezTo>
                  <a:pt x="220720" y="306732"/>
                  <a:pt x="232505" y="296496"/>
                  <a:pt x="247041" y="296496"/>
                </a:cubicBezTo>
                <a:cubicBezTo>
                  <a:pt x="261569" y="296511"/>
                  <a:pt x="273345" y="306739"/>
                  <a:pt x="273361" y="319360"/>
                </a:cubicBezTo>
                <a:close/>
                <a:moveTo>
                  <a:pt x="495012" y="319360"/>
                </a:moveTo>
                <a:cubicBezTo>
                  <a:pt x="495012" y="331988"/>
                  <a:pt x="483227" y="342225"/>
                  <a:pt x="468691" y="342225"/>
                </a:cubicBezTo>
                <a:cubicBezTo>
                  <a:pt x="454155" y="342225"/>
                  <a:pt x="442371" y="331988"/>
                  <a:pt x="442371" y="319360"/>
                </a:cubicBezTo>
                <a:cubicBezTo>
                  <a:pt x="442371" y="306732"/>
                  <a:pt x="454155" y="296496"/>
                  <a:pt x="468691" y="296496"/>
                </a:cubicBezTo>
                <a:cubicBezTo>
                  <a:pt x="483220" y="296490"/>
                  <a:pt x="495003" y="306717"/>
                  <a:pt x="495012" y="319338"/>
                </a:cubicBezTo>
                <a:cubicBezTo>
                  <a:pt x="495012" y="319345"/>
                  <a:pt x="495012" y="319353"/>
                  <a:pt x="495012" y="319360"/>
                </a:cubicBezTo>
                <a:close/>
                <a:moveTo>
                  <a:pt x="716723" y="319360"/>
                </a:moveTo>
                <a:cubicBezTo>
                  <a:pt x="716723" y="331988"/>
                  <a:pt x="704939" y="342225"/>
                  <a:pt x="690403" y="342225"/>
                </a:cubicBezTo>
                <a:cubicBezTo>
                  <a:pt x="675866" y="342225"/>
                  <a:pt x="664082" y="331988"/>
                  <a:pt x="664082" y="319360"/>
                </a:cubicBezTo>
                <a:cubicBezTo>
                  <a:pt x="664082" y="306732"/>
                  <a:pt x="675866" y="296496"/>
                  <a:pt x="690403" y="296496"/>
                </a:cubicBezTo>
                <a:cubicBezTo>
                  <a:pt x="704933" y="296490"/>
                  <a:pt x="716715" y="306717"/>
                  <a:pt x="716723" y="319338"/>
                </a:cubicBezTo>
                <a:cubicBezTo>
                  <a:pt x="716723" y="319345"/>
                  <a:pt x="716723" y="319353"/>
                  <a:pt x="716723" y="319360"/>
                </a:cubicBezTo>
                <a:close/>
                <a:moveTo>
                  <a:pt x="938435" y="319360"/>
                </a:moveTo>
                <a:cubicBezTo>
                  <a:pt x="938435" y="331988"/>
                  <a:pt x="926651" y="342225"/>
                  <a:pt x="912114" y="342225"/>
                </a:cubicBezTo>
                <a:cubicBezTo>
                  <a:pt x="897579" y="342225"/>
                  <a:pt x="885794" y="331988"/>
                  <a:pt x="885794" y="319360"/>
                </a:cubicBezTo>
                <a:cubicBezTo>
                  <a:pt x="885794" y="306732"/>
                  <a:pt x="897579" y="296496"/>
                  <a:pt x="912114" y="296496"/>
                </a:cubicBezTo>
                <a:cubicBezTo>
                  <a:pt x="926644" y="296490"/>
                  <a:pt x="938427" y="306717"/>
                  <a:pt x="938435" y="319338"/>
                </a:cubicBezTo>
                <a:cubicBezTo>
                  <a:pt x="938435" y="319345"/>
                  <a:pt x="938435" y="319353"/>
                  <a:pt x="938435" y="319360"/>
                </a:cubicBezTo>
                <a:close/>
                <a:moveTo>
                  <a:pt x="1160145" y="319360"/>
                </a:moveTo>
                <a:cubicBezTo>
                  <a:pt x="1160145" y="331988"/>
                  <a:pt x="1148361" y="342225"/>
                  <a:pt x="1133824" y="342225"/>
                </a:cubicBezTo>
                <a:cubicBezTo>
                  <a:pt x="1119288" y="342225"/>
                  <a:pt x="1107504" y="331988"/>
                  <a:pt x="1107504" y="319360"/>
                </a:cubicBezTo>
                <a:cubicBezTo>
                  <a:pt x="1107504" y="306732"/>
                  <a:pt x="1119288" y="296496"/>
                  <a:pt x="1133824" y="296496"/>
                </a:cubicBezTo>
                <a:cubicBezTo>
                  <a:pt x="1148353" y="296511"/>
                  <a:pt x="1160129" y="306739"/>
                  <a:pt x="1160145" y="319360"/>
                </a:cubicBezTo>
                <a:close/>
                <a:moveTo>
                  <a:pt x="51650" y="467653"/>
                </a:moveTo>
                <a:cubicBezTo>
                  <a:pt x="51650" y="480281"/>
                  <a:pt x="39866" y="490518"/>
                  <a:pt x="25329" y="490518"/>
                </a:cubicBezTo>
                <a:cubicBezTo>
                  <a:pt x="10793" y="490518"/>
                  <a:pt x="-991" y="480281"/>
                  <a:pt x="-991" y="467653"/>
                </a:cubicBezTo>
                <a:cubicBezTo>
                  <a:pt x="-991" y="455025"/>
                  <a:pt x="10793" y="444788"/>
                  <a:pt x="25329" y="444788"/>
                </a:cubicBezTo>
                <a:cubicBezTo>
                  <a:pt x="39860" y="444782"/>
                  <a:pt x="51642" y="455009"/>
                  <a:pt x="51650" y="467631"/>
                </a:cubicBezTo>
                <a:cubicBezTo>
                  <a:pt x="51650" y="467639"/>
                  <a:pt x="51650" y="467646"/>
                  <a:pt x="51650" y="467653"/>
                </a:cubicBezTo>
                <a:close/>
                <a:moveTo>
                  <a:pt x="273361" y="467653"/>
                </a:moveTo>
                <a:cubicBezTo>
                  <a:pt x="273361" y="480281"/>
                  <a:pt x="261577" y="490518"/>
                  <a:pt x="247041" y="490518"/>
                </a:cubicBezTo>
                <a:cubicBezTo>
                  <a:pt x="232505" y="490518"/>
                  <a:pt x="220720" y="480281"/>
                  <a:pt x="220720" y="467653"/>
                </a:cubicBezTo>
                <a:cubicBezTo>
                  <a:pt x="220720" y="455025"/>
                  <a:pt x="232505" y="444788"/>
                  <a:pt x="247041" y="444788"/>
                </a:cubicBezTo>
                <a:cubicBezTo>
                  <a:pt x="261569" y="444803"/>
                  <a:pt x="273345" y="455031"/>
                  <a:pt x="273361" y="467653"/>
                </a:cubicBezTo>
                <a:close/>
                <a:moveTo>
                  <a:pt x="495012" y="467653"/>
                </a:moveTo>
                <a:cubicBezTo>
                  <a:pt x="495012" y="480281"/>
                  <a:pt x="483227" y="490518"/>
                  <a:pt x="468691" y="490518"/>
                </a:cubicBezTo>
                <a:cubicBezTo>
                  <a:pt x="454155" y="490518"/>
                  <a:pt x="442371" y="480281"/>
                  <a:pt x="442371" y="467653"/>
                </a:cubicBezTo>
                <a:cubicBezTo>
                  <a:pt x="442371" y="455025"/>
                  <a:pt x="454155" y="444788"/>
                  <a:pt x="468691" y="444788"/>
                </a:cubicBezTo>
                <a:cubicBezTo>
                  <a:pt x="483220" y="444782"/>
                  <a:pt x="495003" y="455009"/>
                  <a:pt x="495012" y="467631"/>
                </a:cubicBezTo>
                <a:cubicBezTo>
                  <a:pt x="495012" y="467639"/>
                  <a:pt x="495012" y="467646"/>
                  <a:pt x="495012" y="467653"/>
                </a:cubicBezTo>
                <a:close/>
                <a:moveTo>
                  <a:pt x="716723" y="467653"/>
                </a:moveTo>
                <a:cubicBezTo>
                  <a:pt x="716723" y="480281"/>
                  <a:pt x="704939" y="490518"/>
                  <a:pt x="690403" y="490518"/>
                </a:cubicBezTo>
                <a:cubicBezTo>
                  <a:pt x="675866" y="490518"/>
                  <a:pt x="664082" y="480281"/>
                  <a:pt x="664082" y="467653"/>
                </a:cubicBezTo>
                <a:cubicBezTo>
                  <a:pt x="664082" y="455025"/>
                  <a:pt x="675866" y="444788"/>
                  <a:pt x="690403" y="444788"/>
                </a:cubicBezTo>
                <a:cubicBezTo>
                  <a:pt x="704933" y="444782"/>
                  <a:pt x="716715" y="455009"/>
                  <a:pt x="716723" y="467631"/>
                </a:cubicBezTo>
                <a:cubicBezTo>
                  <a:pt x="716723" y="467639"/>
                  <a:pt x="716723" y="467646"/>
                  <a:pt x="716723" y="467653"/>
                </a:cubicBezTo>
                <a:close/>
                <a:moveTo>
                  <a:pt x="938435" y="467653"/>
                </a:moveTo>
                <a:cubicBezTo>
                  <a:pt x="938435" y="480281"/>
                  <a:pt x="926651" y="490518"/>
                  <a:pt x="912114" y="490518"/>
                </a:cubicBezTo>
                <a:cubicBezTo>
                  <a:pt x="897579" y="490518"/>
                  <a:pt x="885794" y="480281"/>
                  <a:pt x="885794" y="467653"/>
                </a:cubicBezTo>
                <a:cubicBezTo>
                  <a:pt x="885794" y="455025"/>
                  <a:pt x="897579" y="444788"/>
                  <a:pt x="912114" y="444788"/>
                </a:cubicBezTo>
                <a:cubicBezTo>
                  <a:pt x="926644" y="444782"/>
                  <a:pt x="938427" y="455009"/>
                  <a:pt x="938435" y="467631"/>
                </a:cubicBezTo>
                <a:cubicBezTo>
                  <a:pt x="938435" y="467639"/>
                  <a:pt x="938435" y="467646"/>
                  <a:pt x="938435" y="467653"/>
                </a:cubicBezTo>
                <a:close/>
                <a:moveTo>
                  <a:pt x="1160145" y="467653"/>
                </a:moveTo>
                <a:cubicBezTo>
                  <a:pt x="1160145" y="480281"/>
                  <a:pt x="1148361" y="490518"/>
                  <a:pt x="1133824" y="490518"/>
                </a:cubicBezTo>
                <a:cubicBezTo>
                  <a:pt x="1119288" y="490518"/>
                  <a:pt x="1107504" y="480281"/>
                  <a:pt x="1107504" y="467653"/>
                </a:cubicBezTo>
                <a:cubicBezTo>
                  <a:pt x="1107504" y="455025"/>
                  <a:pt x="1119288" y="444788"/>
                  <a:pt x="1133824" y="444788"/>
                </a:cubicBezTo>
                <a:cubicBezTo>
                  <a:pt x="1148353" y="444803"/>
                  <a:pt x="1160129" y="455031"/>
                  <a:pt x="1160145" y="467653"/>
                </a:cubicBezTo>
                <a:close/>
                <a:moveTo>
                  <a:pt x="51650" y="615945"/>
                </a:moveTo>
                <a:cubicBezTo>
                  <a:pt x="51650" y="628573"/>
                  <a:pt x="39866" y="638810"/>
                  <a:pt x="25329" y="638810"/>
                </a:cubicBezTo>
                <a:cubicBezTo>
                  <a:pt x="10793" y="638810"/>
                  <a:pt x="-991" y="628573"/>
                  <a:pt x="-991" y="615945"/>
                </a:cubicBezTo>
                <a:cubicBezTo>
                  <a:pt x="-991" y="603317"/>
                  <a:pt x="10793" y="593081"/>
                  <a:pt x="25329" y="593081"/>
                </a:cubicBezTo>
                <a:cubicBezTo>
                  <a:pt x="39860" y="593074"/>
                  <a:pt x="51642" y="603301"/>
                  <a:pt x="51650" y="615923"/>
                </a:cubicBezTo>
                <a:cubicBezTo>
                  <a:pt x="51650" y="615930"/>
                  <a:pt x="51650" y="615937"/>
                  <a:pt x="51650" y="615945"/>
                </a:cubicBezTo>
                <a:close/>
                <a:moveTo>
                  <a:pt x="273361" y="615945"/>
                </a:moveTo>
                <a:cubicBezTo>
                  <a:pt x="273361" y="628573"/>
                  <a:pt x="261577" y="638810"/>
                  <a:pt x="247041" y="638810"/>
                </a:cubicBezTo>
                <a:cubicBezTo>
                  <a:pt x="232505" y="638810"/>
                  <a:pt x="220720" y="628573"/>
                  <a:pt x="220720" y="615945"/>
                </a:cubicBezTo>
                <a:cubicBezTo>
                  <a:pt x="220720" y="603317"/>
                  <a:pt x="232505" y="593081"/>
                  <a:pt x="247041" y="593081"/>
                </a:cubicBezTo>
                <a:cubicBezTo>
                  <a:pt x="261569" y="593095"/>
                  <a:pt x="273345" y="603324"/>
                  <a:pt x="273361" y="615945"/>
                </a:cubicBezTo>
                <a:close/>
                <a:moveTo>
                  <a:pt x="495012" y="615945"/>
                </a:moveTo>
                <a:cubicBezTo>
                  <a:pt x="495012" y="628573"/>
                  <a:pt x="483227" y="638810"/>
                  <a:pt x="468691" y="638810"/>
                </a:cubicBezTo>
                <a:cubicBezTo>
                  <a:pt x="454155" y="638810"/>
                  <a:pt x="442371" y="628573"/>
                  <a:pt x="442371" y="615945"/>
                </a:cubicBezTo>
                <a:cubicBezTo>
                  <a:pt x="442371" y="603317"/>
                  <a:pt x="454155" y="593081"/>
                  <a:pt x="468691" y="593081"/>
                </a:cubicBezTo>
                <a:cubicBezTo>
                  <a:pt x="483220" y="593074"/>
                  <a:pt x="495003" y="603301"/>
                  <a:pt x="495012" y="615923"/>
                </a:cubicBezTo>
                <a:cubicBezTo>
                  <a:pt x="495012" y="615930"/>
                  <a:pt x="495012" y="615937"/>
                  <a:pt x="495012" y="615945"/>
                </a:cubicBezTo>
                <a:close/>
                <a:moveTo>
                  <a:pt x="716723" y="615945"/>
                </a:moveTo>
                <a:cubicBezTo>
                  <a:pt x="716723" y="628573"/>
                  <a:pt x="704939" y="638810"/>
                  <a:pt x="690403" y="638810"/>
                </a:cubicBezTo>
                <a:cubicBezTo>
                  <a:pt x="675866" y="638810"/>
                  <a:pt x="664082" y="628573"/>
                  <a:pt x="664082" y="615945"/>
                </a:cubicBezTo>
                <a:cubicBezTo>
                  <a:pt x="664082" y="603317"/>
                  <a:pt x="675866" y="593081"/>
                  <a:pt x="690403" y="593081"/>
                </a:cubicBezTo>
                <a:cubicBezTo>
                  <a:pt x="704933" y="593074"/>
                  <a:pt x="716715" y="603301"/>
                  <a:pt x="716723" y="615923"/>
                </a:cubicBezTo>
                <a:cubicBezTo>
                  <a:pt x="716723" y="615930"/>
                  <a:pt x="716723" y="615937"/>
                  <a:pt x="716723" y="615945"/>
                </a:cubicBezTo>
                <a:close/>
                <a:moveTo>
                  <a:pt x="938435" y="615945"/>
                </a:moveTo>
                <a:cubicBezTo>
                  <a:pt x="938435" y="628573"/>
                  <a:pt x="926651" y="638810"/>
                  <a:pt x="912114" y="638810"/>
                </a:cubicBezTo>
                <a:cubicBezTo>
                  <a:pt x="897579" y="638810"/>
                  <a:pt x="885794" y="628573"/>
                  <a:pt x="885794" y="615945"/>
                </a:cubicBezTo>
                <a:cubicBezTo>
                  <a:pt x="885794" y="603317"/>
                  <a:pt x="897579" y="593081"/>
                  <a:pt x="912114" y="593081"/>
                </a:cubicBezTo>
                <a:cubicBezTo>
                  <a:pt x="926644" y="593074"/>
                  <a:pt x="938427" y="603301"/>
                  <a:pt x="938435" y="615923"/>
                </a:cubicBezTo>
                <a:cubicBezTo>
                  <a:pt x="938435" y="615930"/>
                  <a:pt x="938435" y="615937"/>
                  <a:pt x="938435" y="615945"/>
                </a:cubicBezTo>
                <a:close/>
                <a:moveTo>
                  <a:pt x="1160145" y="615945"/>
                </a:moveTo>
                <a:cubicBezTo>
                  <a:pt x="1160145" y="628573"/>
                  <a:pt x="1148361" y="638810"/>
                  <a:pt x="1133824" y="638810"/>
                </a:cubicBezTo>
                <a:cubicBezTo>
                  <a:pt x="1119288" y="638810"/>
                  <a:pt x="1107504" y="628573"/>
                  <a:pt x="1107504" y="615945"/>
                </a:cubicBezTo>
                <a:cubicBezTo>
                  <a:pt x="1107504" y="603317"/>
                  <a:pt x="1119288" y="593081"/>
                  <a:pt x="1133824" y="593081"/>
                </a:cubicBezTo>
                <a:cubicBezTo>
                  <a:pt x="1148353" y="593095"/>
                  <a:pt x="1160129" y="603324"/>
                  <a:pt x="1160145" y="6159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793615" y="3817620"/>
            <a:ext cx="1160145" cy="6388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1" descr="https://kimi-img.moonshot.cn/pub/slides/slides_tmpl/image/25-09-08-13:49:04-d2v6sk5nfo2stf9dkd8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40000" flipH="1">
            <a:off x="3392170" y="2851150"/>
            <a:ext cx="1219200" cy="115506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8-13:48:45-d2v6sfdnfo2stf9dkcj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3410" y="5242560"/>
            <a:ext cx="2386330" cy="629285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9-08-13:48:45-d2v6sfdnfo2stf9dkcj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55" y="5242560"/>
            <a:ext cx="2269490" cy="62928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94055" y="5353685"/>
            <a:ext cx="226949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 err="1">
                <a:solidFill>
                  <a:srgbClr val="1E7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汇报人:林柏伟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3152775" y="5353685"/>
            <a:ext cx="2386330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1E7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时间:2025/11/05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1643</Words>
  <Application>Microsoft Macintosh PowerPoint</Application>
  <PresentationFormat>宽屏</PresentationFormat>
  <Paragraphs>166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宋体</vt:lpstr>
      <vt:lpstr>Inter</vt:lpstr>
      <vt:lpstr>MiSans</vt:lpstr>
      <vt:lpstr>Noto Sans SC</vt:lpstr>
      <vt:lpstr>Arial</vt:lpstr>
      <vt:lpstr>Times New Roman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大模型赋能的中小学生智能编程平台</dc:title>
  <dc:subject>大模型赋能的中小学生智能编程平台</dc:subject>
  <dc:creator>Kimi</dc:creator>
  <cp:lastModifiedBy>柏伟 林</cp:lastModifiedBy>
  <cp:revision>56</cp:revision>
  <dcterms:created xsi:type="dcterms:W3CDTF">2025-11-03T14:48:33Z</dcterms:created>
  <dcterms:modified xsi:type="dcterms:W3CDTF">2025-11-04T08:48:20Z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{"Label":"大模型赋能的中小学生智能编程平台","ContentProducer":"001191110108MACG2KBH8F10000","ProduceID":"d44b9ate9orn9ok4cj4g","ReservedCode1":"","ContentPropagator":"001191110108MACG2KBH8F20000","PropagateID":"d44b9ate9orn9ok4cj4g","ReservedCode2":""}</vt:lpwstr>
  </property>
</Properties>
</file>